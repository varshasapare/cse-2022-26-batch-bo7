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media/image1.jpeg" ContentType="image/jpeg"/>
  <Override PartName="/ppt/theme/theme2.xml" ContentType="application/vnd.openxmlformats-officedocument.theme+xml"/>
  <Override PartName="/ppt/media/image2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DEEF"/>
          </a:solidFill>
        </a:fill>
      </a:tcStyle>
    </a:wholeTbl>
    <a:band2H>
      <a:tcTxStyle b="def" i="def"/>
      <a:tcStyle>
        <a:tcBdr/>
        <a:fill>
          <a:solidFill>
            <a:srgbClr val="E9EFF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Shape 3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92" name="Shape 3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Text"/>
          <p:cNvSpPr txBox="1"/>
          <p:nvPr>
            <p:ph type="title"/>
          </p:nvPr>
        </p:nvSpPr>
        <p:spPr>
          <a:xfrm>
            <a:off x="0" y="232918"/>
            <a:ext cx="12191760" cy="714602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24" name="Body Level One…"/>
          <p:cNvSpPr txBox="1"/>
          <p:nvPr>
            <p:ph type="body" idx="1"/>
          </p:nvPr>
        </p:nvSpPr>
        <p:spPr>
          <a:xfrm>
            <a:off x="199439" y="1097280"/>
            <a:ext cx="11778841" cy="5394601"/>
          </a:xfrm>
          <a:prstGeom prst="rect">
            <a:avLst/>
          </a:prstGeom>
        </p:spPr>
        <p:txBody>
          <a:bodyPr anchor="ctr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Text"/>
          <p:cNvSpPr txBox="1"/>
          <p:nvPr>
            <p:ph type="title"/>
          </p:nvPr>
        </p:nvSpPr>
        <p:spPr>
          <a:xfrm>
            <a:off x="0" y="232918"/>
            <a:ext cx="12191760" cy="714602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3" name="Body Level One…"/>
          <p:cNvSpPr txBox="1"/>
          <p:nvPr>
            <p:ph type="body" idx="1"/>
          </p:nvPr>
        </p:nvSpPr>
        <p:spPr>
          <a:xfrm>
            <a:off x="199439" y="1097280"/>
            <a:ext cx="11778841" cy="5394601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Text"/>
          <p:cNvSpPr txBox="1"/>
          <p:nvPr>
            <p:ph type="title"/>
          </p:nvPr>
        </p:nvSpPr>
        <p:spPr>
          <a:xfrm>
            <a:off x="0" y="232918"/>
            <a:ext cx="12191760" cy="714602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42" name="Body Level One…"/>
          <p:cNvSpPr txBox="1"/>
          <p:nvPr>
            <p:ph type="body" sz="half" idx="1"/>
          </p:nvPr>
        </p:nvSpPr>
        <p:spPr>
          <a:xfrm>
            <a:off x="199439" y="1097280"/>
            <a:ext cx="5747762" cy="5394601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Text"/>
          <p:cNvSpPr txBox="1"/>
          <p:nvPr>
            <p:ph type="title"/>
          </p:nvPr>
        </p:nvSpPr>
        <p:spPr>
          <a:xfrm>
            <a:off x="0" y="232918"/>
            <a:ext cx="12191760" cy="714602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5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Body Level One…"/>
          <p:cNvSpPr txBox="1"/>
          <p:nvPr>
            <p:ph type="body" idx="1"/>
          </p:nvPr>
        </p:nvSpPr>
        <p:spPr>
          <a:xfrm>
            <a:off x="0" y="232918"/>
            <a:ext cx="12191760" cy="3313803"/>
          </a:xfrm>
          <a:prstGeom prst="rect">
            <a:avLst/>
          </a:prstGeom>
        </p:spPr>
        <p:txBody>
          <a:bodyPr anchor="ctr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tle Text"/>
          <p:cNvSpPr txBox="1"/>
          <p:nvPr>
            <p:ph type="title"/>
          </p:nvPr>
        </p:nvSpPr>
        <p:spPr>
          <a:xfrm>
            <a:off x="0" y="232918"/>
            <a:ext cx="12191760" cy="714602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67" name="Body Level One…"/>
          <p:cNvSpPr txBox="1"/>
          <p:nvPr>
            <p:ph type="body" sz="quarter" idx="1"/>
          </p:nvPr>
        </p:nvSpPr>
        <p:spPr>
          <a:xfrm>
            <a:off x="199439" y="1097280"/>
            <a:ext cx="5747762" cy="2572922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itle Text"/>
          <p:cNvSpPr txBox="1"/>
          <p:nvPr>
            <p:ph type="title"/>
          </p:nvPr>
        </p:nvSpPr>
        <p:spPr>
          <a:xfrm>
            <a:off x="0" y="232918"/>
            <a:ext cx="12191760" cy="714602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76" name="Body Level One…"/>
          <p:cNvSpPr txBox="1"/>
          <p:nvPr>
            <p:ph type="body" sz="half" idx="1"/>
          </p:nvPr>
        </p:nvSpPr>
        <p:spPr>
          <a:xfrm>
            <a:off x="199439" y="1097280"/>
            <a:ext cx="5747762" cy="5394601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itle Text"/>
          <p:cNvSpPr txBox="1"/>
          <p:nvPr>
            <p:ph type="title"/>
          </p:nvPr>
        </p:nvSpPr>
        <p:spPr>
          <a:xfrm>
            <a:off x="0" y="232918"/>
            <a:ext cx="12191760" cy="714602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85" name="Body Level One…"/>
          <p:cNvSpPr txBox="1"/>
          <p:nvPr>
            <p:ph type="body" sz="quarter" idx="1"/>
          </p:nvPr>
        </p:nvSpPr>
        <p:spPr>
          <a:xfrm>
            <a:off x="199439" y="1097280"/>
            <a:ext cx="5747762" cy="2572922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itle Text"/>
          <p:cNvSpPr txBox="1"/>
          <p:nvPr>
            <p:ph type="title"/>
          </p:nvPr>
        </p:nvSpPr>
        <p:spPr>
          <a:xfrm>
            <a:off x="0" y="232918"/>
            <a:ext cx="12191760" cy="714602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94" name="Body Level One…"/>
          <p:cNvSpPr txBox="1"/>
          <p:nvPr>
            <p:ph type="body" sz="half" idx="1"/>
          </p:nvPr>
        </p:nvSpPr>
        <p:spPr>
          <a:xfrm>
            <a:off x="199439" y="1097280"/>
            <a:ext cx="11778841" cy="2572922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 Text"/>
          <p:cNvSpPr txBox="1"/>
          <p:nvPr>
            <p:ph type="title"/>
          </p:nvPr>
        </p:nvSpPr>
        <p:spPr>
          <a:xfrm>
            <a:off x="0" y="232918"/>
            <a:ext cx="12191760" cy="714602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103" name="Body Level One…"/>
          <p:cNvSpPr txBox="1"/>
          <p:nvPr>
            <p:ph type="body" sz="quarter" idx="1"/>
          </p:nvPr>
        </p:nvSpPr>
        <p:spPr>
          <a:xfrm>
            <a:off x="199439" y="1097280"/>
            <a:ext cx="5747762" cy="2572922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itle Text"/>
          <p:cNvSpPr txBox="1"/>
          <p:nvPr>
            <p:ph type="title"/>
          </p:nvPr>
        </p:nvSpPr>
        <p:spPr>
          <a:xfrm>
            <a:off x="0" y="232918"/>
            <a:ext cx="12191760" cy="714602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112" name="Body Level One…"/>
          <p:cNvSpPr txBox="1"/>
          <p:nvPr>
            <p:ph type="body" sz="quarter" idx="1"/>
          </p:nvPr>
        </p:nvSpPr>
        <p:spPr>
          <a:xfrm>
            <a:off x="199439" y="1097280"/>
            <a:ext cx="3792602" cy="2572922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Date Placeholder 3"/>
          <p:cNvSpPr/>
          <p:nvPr/>
        </p:nvSpPr>
        <p:spPr>
          <a:xfrm>
            <a:off x="777237" y="6634573"/>
            <a:ext cx="5781826" cy="220981"/>
          </a:xfrm>
          <a:prstGeom prst="rect">
            <a:avLst/>
          </a:prstGeom>
          <a:solidFill>
            <a:srgbClr val="00206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cap="small" sz="1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sp>
        <p:nvSpPr>
          <p:cNvPr id="121" name="Date Placeholder 3"/>
          <p:cNvSpPr/>
          <p:nvPr/>
        </p:nvSpPr>
        <p:spPr>
          <a:xfrm>
            <a:off x="6559060" y="6634573"/>
            <a:ext cx="5195135" cy="220981"/>
          </a:xfrm>
          <a:prstGeom prst="rect">
            <a:avLst/>
          </a:prstGeom>
          <a:solidFill>
            <a:srgbClr val="00808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cap="small" sz="1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sp>
        <p:nvSpPr>
          <p:cNvPr id="122" name="Date Placeholder 3"/>
          <p:cNvSpPr/>
          <p:nvPr/>
        </p:nvSpPr>
        <p:spPr>
          <a:xfrm>
            <a:off x="11754194" y="6637018"/>
            <a:ext cx="437803" cy="220981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b="1" sz="1600">
                <a:solidFill>
                  <a:srgbClr val="002060"/>
                </a:solidFill>
                <a:effectLst>
                  <a:outerShdw sx="100000" sy="100000" kx="0" ky="0" algn="b" rotWithShape="0" blurRad="38100" dist="38100" dir="2700000">
                    <a:srgbClr val="000000">
                      <a:alpha val="43137"/>
                    </a:srgbClr>
                  </a:outerShdw>
                </a:effectLst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sp>
        <p:nvSpPr>
          <p:cNvPr id="123" name="Date Placeholder 3"/>
          <p:cNvSpPr/>
          <p:nvPr/>
        </p:nvSpPr>
        <p:spPr>
          <a:xfrm>
            <a:off x="-3" y="-3"/>
            <a:ext cx="12192003" cy="232763"/>
          </a:xfrm>
          <a:prstGeom prst="rect">
            <a:avLst/>
          </a:prstGeom>
          <a:solidFill>
            <a:srgbClr val="00666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b="1" i="1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sp>
        <p:nvSpPr>
          <p:cNvPr id="124" name="Date Placeholder 3"/>
          <p:cNvSpPr/>
          <p:nvPr/>
        </p:nvSpPr>
        <p:spPr>
          <a:xfrm>
            <a:off x="0" y="6634573"/>
            <a:ext cx="777239" cy="221522"/>
          </a:xfrm>
          <a:prstGeom prst="rect">
            <a:avLst/>
          </a:prstGeom>
          <a:solidFill>
            <a:srgbClr val="C55A1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cap="small" sz="1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sp>
        <p:nvSpPr>
          <p:cNvPr id="1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Date Placeholder 3"/>
          <p:cNvGrpSpPr/>
          <p:nvPr/>
        </p:nvGrpSpPr>
        <p:grpSpPr>
          <a:xfrm>
            <a:off x="777238" y="6594474"/>
            <a:ext cx="5653804" cy="311406"/>
            <a:chOff x="0" y="0"/>
            <a:chExt cx="5653802" cy="311405"/>
          </a:xfrm>
        </p:grpSpPr>
        <p:sp>
          <p:nvSpPr>
            <p:cNvPr id="132" name="Rectangle"/>
            <p:cNvSpPr/>
            <p:nvPr/>
          </p:nvSpPr>
          <p:spPr>
            <a:xfrm>
              <a:off x="-1" y="48243"/>
              <a:ext cx="5653804" cy="214923"/>
            </a:xfrm>
            <a:prstGeom prst="rect">
              <a:avLst/>
            </a:prstGeom>
            <a:solidFill>
              <a:srgbClr val="00206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pc="-1" sz="1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33" name="Dept. of Computer Science and Engineering"/>
            <p:cNvSpPr txBox="1"/>
            <p:nvPr/>
          </p:nvSpPr>
          <p:spPr>
            <a:xfrm>
              <a:off x="45719" y="-1"/>
              <a:ext cx="5562365" cy="3114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cap="small" spc="-1" sz="16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Dept. of Computer Science and Engineering</a:t>
              </a:r>
            </a:p>
          </p:txBody>
        </p:sp>
      </p:grpSp>
      <p:grpSp>
        <p:nvGrpSpPr>
          <p:cNvPr id="137" name="Date Placeholder 3"/>
          <p:cNvGrpSpPr/>
          <p:nvPr/>
        </p:nvGrpSpPr>
        <p:grpSpPr>
          <a:xfrm>
            <a:off x="6431399" y="6594115"/>
            <a:ext cx="5322603" cy="311407"/>
            <a:chOff x="0" y="0"/>
            <a:chExt cx="5322601" cy="311405"/>
          </a:xfrm>
        </p:grpSpPr>
        <p:sp>
          <p:nvSpPr>
            <p:cNvPr id="135" name="Rectangle"/>
            <p:cNvSpPr/>
            <p:nvPr/>
          </p:nvSpPr>
          <p:spPr>
            <a:xfrm>
              <a:off x="-1" y="47883"/>
              <a:ext cx="5322602" cy="215643"/>
            </a:xfrm>
            <a:prstGeom prst="rect">
              <a:avLst/>
            </a:prstGeom>
            <a:solidFill>
              <a:srgbClr val="00808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pc="-1" sz="1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36" name="Srinivasa Ramanujan Institute of Technology"/>
            <p:cNvSpPr txBox="1"/>
            <p:nvPr/>
          </p:nvSpPr>
          <p:spPr>
            <a:xfrm>
              <a:off x="45718" y="-1"/>
              <a:ext cx="5231163" cy="3114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cap="small" spc="-1" sz="16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Srinivasa Ramanujan Institute of Technology</a:t>
              </a:r>
            </a:p>
          </p:txBody>
        </p:sp>
      </p:grpSp>
      <p:grpSp>
        <p:nvGrpSpPr>
          <p:cNvPr id="140" name="Date Placeholder 3"/>
          <p:cNvGrpSpPr/>
          <p:nvPr/>
        </p:nvGrpSpPr>
        <p:grpSpPr>
          <a:xfrm>
            <a:off x="-3" y="-4"/>
            <a:ext cx="12191764" cy="270394"/>
            <a:chOff x="0" y="-1"/>
            <a:chExt cx="12191762" cy="270392"/>
          </a:xfrm>
        </p:grpSpPr>
        <p:sp>
          <p:nvSpPr>
            <p:cNvPr id="138" name="Rectangle"/>
            <p:cNvSpPr/>
            <p:nvPr/>
          </p:nvSpPr>
          <p:spPr>
            <a:xfrm>
              <a:off x="-1" y="-2"/>
              <a:ext cx="12191764" cy="232564"/>
            </a:xfrm>
            <a:prstGeom prst="rect">
              <a:avLst/>
            </a:prstGeom>
            <a:solidFill>
              <a:srgbClr val="00666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pc="-1" sz="15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39" name="Multimodal Deep Learning Model Integrating CNN and Transformer for Predicting Chemotherapy-Induced Cardiotoxicity"/>
            <p:cNvSpPr txBox="1"/>
            <p:nvPr/>
          </p:nvSpPr>
          <p:spPr>
            <a:xfrm>
              <a:off x="45718" y="1153"/>
              <a:ext cx="12100325" cy="2692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 defTabSz="457200">
                <a:defRPr sz="1200">
                  <a:solidFill>
                    <a:srgbClr val="FFFFFF"/>
                  </a:solidFill>
                  <a:latin typeface="Times Roman"/>
                  <a:ea typeface="Times Roman"/>
                  <a:cs typeface="Times Roman"/>
                  <a:sym typeface="Times Roman"/>
                </a:defRPr>
              </a:lvl1pPr>
            </a:lstStyle>
            <a:p>
              <a:pPr/>
              <a:r>
                <a:t>Multimodal Deep Learning Model Integrating CNN and Transformer for Predicting Chemotherapy-Induced Cardiotoxicity</a:t>
              </a:r>
            </a:p>
          </p:txBody>
        </p:sp>
      </p:grpSp>
      <p:pic>
        <p:nvPicPr>
          <p:cNvPr id="141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506320" y="5956200"/>
            <a:ext cx="685442" cy="68544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44" name="Date Placeholder 3"/>
          <p:cNvGrpSpPr/>
          <p:nvPr/>
        </p:nvGrpSpPr>
        <p:grpSpPr>
          <a:xfrm>
            <a:off x="0" y="6594343"/>
            <a:ext cx="932815" cy="311407"/>
            <a:chOff x="0" y="0"/>
            <a:chExt cx="932813" cy="311405"/>
          </a:xfrm>
        </p:grpSpPr>
        <p:sp>
          <p:nvSpPr>
            <p:cNvPr id="142" name="Rectangle"/>
            <p:cNvSpPr/>
            <p:nvPr/>
          </p:nvSpPr>
          <p:spPr>
            <a:xfrm>
              <a:off x="0" y="48388"/>
              <a:ext cx="932815" cy="214633"/>
            </a:xfrm>
            <a:prstGeom prst="rect">
              <a:avLst/>
            </a:prstGeom>
            <a:solidFill>
              <a:srgbClr val="C55A1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pc="-1" sz="1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43" name="B-07"/>
            <p:cNvSpPr txBox="1"/>
            <p:nvPr/>
          </p:nvSpPr>
          <p:spPr>
            <a:xfrm>
              <a:off x="45719" y="-1"/>
              <a:ext cx="841377" cy="3114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cap="small" spc="-1" sz="16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B-07</a:t>
              </a:r>
            </a:p>
          </p:txBody>
        </p:sp>
      </p:grpSp>
      <p:sp>
        <p:nvSpPr>
          <p:cNvPr id="145" name="Slide Number"/>
          <p:cNvSpPr txBox="1"/>
          <p:nvPr>
            <p:ph type="sldNum" sz="quarter" idx="2"/>
          </p:nvPr>
        </p:nvSpPr>
        <p:spPr>
          <a:xfrm>
            <a:off x="11623040" y="6594347"/>
            <a:ext cx="568962" cy="311407"/>
          </a:xfrm>
          <a:prstGeom prst="rect">
            <a:avLst/>
          </a:prstGeom>
          <a:solidFill>
            <a:schemeClr val="accent4"/>
          </a:solidFill>
        </p:spPr>
        <p:txBody>
          <a:bodyPr wrap="square"/>
          <a:lstStyle>
            <a:lvl1pPr algn="ctr">
              <a:defRPr b="1" spc="-1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Date Placeholder 3"/>
          <p:cNvGrpSpPr/>
          <p:nvPr/>
        </p:nvGrpSpPr>
        <p:grpSpPr>
          <a:xfrm>
            <a:off x="777238" y="6594474"/>
            <a:ext cx="5653804" cy="311406"/>
            <a:chOff x="0" y="0"/>
            <a:chExt cx="5653802" cy="311405"/>
          </a:xfrm>
        </p:grpSpPr>
        <p:sp>
          <p:nvSpPr>
            <p:cNvPr id="152" name="Rectangle"/>
            <p:cNvSpPr/>
            <p:nvPr/>
          </p:nvSpPr>
          <p:spPr>
            <a:xfrm>
              <a:off x="-1" y="48243"/>
              <a:ext cx="5653804" cy="214923"/>
            </a:xfrm>
            <a:prstGeom prst="rect">
              <a:avLst/>
            </a:prstGeom>
            <a:solidFill>
              <a:srgbClr val="00206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pc="-1" sz="1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53" name="Dept. of Computer Science and Engineering"/>
            <p:cNvSpPr txBox="1"/>
            <p:nvPr/>
          </p:nvSpPr>
          <p:spPr>
            <a:xfrm>
              <a:off x="45719" y="-1"/>
              <a:ext cx="5562365" cy="3114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cap="small" spc="-1" sz="16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Dept. of Computer Science and Engineering</a:t>
              </a:r>
            </a:p>
          </p:txBody>
        </p:sp>
      </p:grpSp>
      <p:grpSp>
        <p:nvGrpSpPr>
          <p:cNvPr id="157" name="Date Placeholder 3"/>
          <p:cNvGrpSpPr/>
          <p:nvPr/>
        </p:nvGrpSpPr>
        <p:grpSpPr>
          <a:xfrm>
            <a:off x="6431399" y="6594115"/>
            <a:ext cx="5322603" cy="311407"/>
            <a:chOff x="0" y="0"/>
            <a:chExt cx="5322601" cy="311405"/>
          </a:xfrm>
        </p:grpSpPr>
        <p:sp>
          <p:nvSpPr>
            <p:cNvPr id="155" name="Rectangle"/>
            <p:cNvSpPr/>
            <p:nvPr/>
          </p:nvSpPr>
          <p:spPr>
            <a:xfrm>
              <a:off x="-1" y="47883"/>
              <a:ext cx="5322602" cy="215643"/>
            </a:xfrm>
            <a:prstGeom prst="rect">
              <a:avLst/>
            </a:prstGeom>
            <a:solidFill>
              <a:srgbClr val="00808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pc="-1" sz="1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56" name="Srinivasa Ramanujan Institute of Technology"/>
            <p:cNvSpPr txBox="1"/>
            <p:nvPr/>
          </p:nvSpPr>
          <p:spPr>
            <a:xfrm>
              <a:off x="45718" y="-1"/>
              <a:ext cx="5231163" cy="3114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cap="small" spc="-1" sz="16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Srinivasa Ramanujan Institute of Technology</a:t>
              </a:r>
            </a:p>
          </p:txBody>
        </p:sp>
      </p:grpSp>
      <p:grpSp>
        <p:nvGrpSpPr>
          <p:cNvPr id="160" name="Date Placeholder 3"/>
          <p:cNvGrpSpPr/>
          <p:nvPr/>
        </p:nvGrpSpPr>
        <p:grpSpPr>
          <a:xfrm>
            <a:off x="-1" y="-33346"/>
            <a:ext cx="12191764" cy="299247"/>
            <a:chOff x="0" y="-1"/>
            <a:chExt cx="12191762" cy="299245"/>
          </a:xfrm>
        </p:grpSpPr>
        <p:sp>
          <p:nvSpPr>
            <p:cNvPr id="158" name="Rectangle"/>
            <p:cNvSpPr/>
            <p:nvPr/>
          </p:nvSpPr>
          <p:spPr>
            <a:xfrm>
              <a:off x="0" y="33343"/>
              <a:ext cx="12191764" cy="232562"/>
            </a:xfrm>
            <a:prstGeom prst="rect">
              <a:avLst/>
            </a:prstGeom>
            <a:solidFill>
              <a:srgbClr val="00666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pc="-1" sz="15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59" name="Title of the Project"/>
            <p:cNvSpPr txBox="1"/>
            <p:nvPr/>
          </p:nvSpPr>
          <p:spPr>
            <a:xfrm>
              <a:off x="45718" y="-2"/>
              <a:ext cx="12100326" cy="2992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i="1" spc="-1" sz="15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Title of the Project</a:t>
              </a:r>
            </a:p>
          </p:txBody>
        </p:sp>
      </p:grpSp>
      <p:pic>
        <p:nvPicPr>
          <p:cNvPr id="161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506320" y="5956200"/>
            <a:ext cx="685442" cy="68544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64" name="Date Placeholder 3"/>
          <p:cNvGrpSpPr/>
          <p:nvPr/>
        </p:nvGrpSpPr>
        <p:grpSpPr>
          <a:xfrm>
            <a:off x="0" y="6594343"/>
            <a:ext cx="932815" cy="311407"/>
            <a:chOff x="0" y="0"/>
            <a:chExt cx="932813" cy="311405"/>
          </a:xfrm>
        </p:grpSpPr>
        <p:sp>
          <p:nvSpPr>
            <p:cNvPr id="162" name="Rectangle"/>
            <p:cNvSpPr/>
            <p:nvPr/>
          </p:nvSpPr>
          <p:spPr>
            <a:xfrm>
              <a:off x="0" y="48388"/>
              <a:ext cx="932815" cy="214633"/>
            </a:xfrm>
            <a:prstGeom prst="rect">
              <a:avLst/>
            </a:prstGeom>
            <a:solidFill>
              <a:srgbClr val="C55A1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pc="-1" sz="1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63" name="A - XX"/>
            <p:cNvSpPr txBox="1"/>
            <p:nvPr/>
          </p:nvSpPr>
          <p:spPr>
            <a:xfrm>
              <a:off x="45719" y="-1"/>
              <a:ext cx="841377" cy="3114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cap="small" spc="-1" sz="16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A - XX</a:t>
              </a:r>
            </a:p>
          </p:txBody>
        </p:sp>
      </p:grpSp>
      <p:sp>
        <p:nvSpPr>
          <p:cNvPr id="165" name="Title Text"/>
          <p:cNvSpPr txBox="1"/>
          <p:nvPr>
            <p:ph type="title"/>
          </p:nvPr>
        </p:nvSpPr>
        <p:spPr>
          <a:xfrm>
            <a:off x="0" y="232918"/>
            <a:ext cx="12191760" cy="714602"/>
          </a:xfrm>
          <a:prstGeom prst="rect">
            <a:avLst/>
          </a:prstGeom>
          <a:effectLst>
            <a:outerShdw sx="100000" sy="100000" kx="0" ky="0" algn="b" rotWithShape="0" blurRad="38100" dist="28080" dir="5400000">
              <a:srgbClr val="000000">
                <a:alpha val="32000"/>
              </a:srgbClr>
            </a:outerShdw>
          </a:effectLst>
        </p:spPr>
        <p:txBody>
          <a:bodyPr>
            <a:normAutofit fontScale="100000" lnSpcReduction="0"/>
          </a:bodyPr>
          <a:lstStyle>
            <a:lvl1pPr>
              <a:defRPr spc="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66" name="Body Level One…"/>
          <p:cNvSpPr txBox="1"/>
          <p:nvPr>
            <p:ph type="body" idx="1"/>
          </p:nvPr>
        </p:nvSpPr>
        <p:spPr>
          <a:xfrm>
            <a:off x="199439" y="1097280"/>
            <a:ext cx="11778841" cy="5394601"/>
          </a:xfrm>
          <a:prstGeom prst="rect">
            <a:avLst/>
          </a:prstGeom>
        </p:spPr>
        <p:txBody>
          <a:bodyPr anchor="ctr"/>
          <a:lstStyle>
            <a:lvl1pPr marL="0" indent="0" algn="l">
              <a:spcBef>
                <a:spcPts val="0"/>
              </a:spcBef>
              <a:buClrTx/>
              <a:buSzTx/>
              <a:buNone/>
              <a:defRPr spc="0" sz="1800">
                <a:latin typeface="+mn-lt"/>
                <a:ea typeface="+mn-ea"/>
                <a:cs typeface="+mn-cs"/>
                <a:sym typeface="Helvetica"/>
              </a:defRPr>
            </a:lvl1pPr>
            <a:lvl2pPr indent="0" algn="l">
              <a:spcBef>
                <a:spcPts val="0"/>
              </a:spcBef>
              <a:buClrTx/>
              <a:defRPr spc="0" sz="1800">
                <a:latin typeface="+mn-lt"/>
                <a:ea typeface="+mn-ea"/>
                <a:cs typeface="+mn-cs"/>
                <a:sym typeface="Helvetica"/>
              </a:defRPr>
            </a:lvl2pPr>
            <a:lvl3pPr indent="0" algn="l">
              <a:spcBef>
                <a:spcPts val="0"/>
              </a:spcBef>
              <a:buClrTx/>
              <a:defRPr spc="0" sz="1800">
                <a:latin typeface="+mn-lt"/>
                <a:ea typeface="+mn-ea"/>
                <a:cs typeface="+mn-cs"/>
                <a:sym typeface="Helvetica"/>
              </a:defRPr>
            </a:lvl3pPr>
            <a:lvl4pPr indent="0" algn="l">
              <a:spcBef>
                <a:spcPts val="0"/>
              </a:spcBef>
              <a:buClrTx/>
              <a:defRPr spc="0" sz="1800">
                <a:latin typeface="+mn-lt"/>
                <a:ea typeface="+mn-ea"/>
                <a:cs typeface="+mn-cs"/>
                <a:sym typeface="Helvetica"/>
              </a:defRPr>
            </a:lvl4pPr>
            <a:lvl5pPr indent="0" algn="l">
              <a:spcBef>
                <a:spcPts val="0"/>
              </a:spcBef>
              <a:buClrTx/>
              <a:defRPr spc="0" sz="1800"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7" name="Slide Number"/>
          <p:cNvSpPr txBox="1"/>
          <p:nvPr>
            <p:ph type="sldNum" sz="quarter" idx="2"/>
          </p:nvPr>
        </p:nvSpPr>
        <p:spPr>
          <a:xfrm>
            <a:off x="11623040" y="6594347"/>
            <a:ext cx="568962" cy="311407"/>
          </a:xfrm>
          <a:prstGeom prst="rect">
            <a:avLst/>
          </a:prstGeom>
          <a:solidFill>
            <a:schemeClr val="accent4"/>
          </a:solidFill>
        </p:spPr>
        <p:txBody>
          <a:bodyPr wrap="square"/>
          <a:lstStyle>
            <a:lvl1pPr algn="ctr">
              <a:defRPr b="1" spc="-1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Date Placeholder 3"/>
          <p:cNvGrpSpPr/>
          <p:nvPr/>
        </p:nvGrpSpPr>
        <p:grpSpPr>
          <a:xfrm>
            <a:off x="777238" y="6594474"/>
            <a:ext cx="5653804" cy="311406"/>
            <a:chOff x="0" y="0"/>
            <a:chExt cx="5653802" cy="311405"/>
          </a:xfrm>
        </p:grpSpPr>
        <p:sp>
          <p:nvSpPr>
            <p:cNvPr id="174" name="Rectangle"/>
            <p:cNvSpPr/>
            <p:nvPr/>
          </p:nvSpPr>
          <p:spPr>
            <a:xfrm>
              <a:off x="-1" y="48243"/>
              <a:ext cx="5653804" cy="214923"/>
            </a:xfrm>
            <a:prstGeom prst="rect">
              <a:avLst/>
            </a:prstGeom>
            <a:solidFill>
              <a:srgbClr val="00206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pc="-1" sz="1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75" name="Dept. of Computer Science and Engineering"/>
            <p:cNvSpPr txBox="1"/>
            <p:nvPr/>
          </p:nvSpPr>
          <p:spPr>
            <a:xfrm>
              <a:off x="45719" y="-1"/>
              <a:ext cx="5562365" cy="3114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cap="small" spc="-1" sz="16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Dept. of Computer Science and Engineering</a:t>
              </a:r>
            </a:p>
          </p:txBody>
        </p:sp>
      </p:grpSp>
      <p:grpSp>
        <p:nvGrpSpPr>
          <p:cNvPr id="179" name="Date Placeholder 3"/>
          <p:cNvGrpSpPr/>
          <p:nvPr/>
        </p:nvGrpSpPr>
        <p:grpSpPr>
          <a:xfrm>
            <a:off x="6431399" y="6594115"/>
            <a:ext cx="5322603" cy="311407"/>
            <a:chOff x="0" y="0"/>
            <a:chExt cx="5322601" cy="311405"/>
          </a:xfrm>
        </p:grpSpPr>
        <p:sp>
          <p:nvSpPr>
            <p:cNvPr id="177" name="Rectangle"/>
            <p:cNvSpPr/>
            <p:nvPr/>
          </p:nvSpPr>
          <p:spPr>
            <a:xfrm>
              <a:off x="-1" y="47883"/>
              <a:ext cx="5322602" cy="215643"/>
            </a:xfrm>
            <a:prstGeom prst="rect">
              <a:avLst/>
            </a:prstGeom>
            <a:solidFill>
              <a:srgbClr val="00808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pc="-1" sz="1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78" name="Srinivasa Ramanujan Institute of Technology"/>
            <p:cNvSpPr txBox="1"/>
            <p:nvPr/>
          </p:nvSpPr>
          <p:spPr>
            <a:xfrm>
              <a:off x="45718" y="-1"/>
              <a:ext cx="5231163" cy="3114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cap="small" spc="-1" sz="16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Srinivasa Ramanujan Institute of Technology</a:t>
              </a:r>
            </a:p>
          </p:txBody>
        </p:sp>
      </p:grpSp>
      <p:grpSp>
        <p:nvGrpSpPr>
          <p:cNvPr id="182" name="Date Placeholder 3"/>
          <p:cNvGrpSpPr/>
          <p:nvPr/>
        </p:nvGrpSpPr>
        <p:grpSpPr>
          <a:xfrm>
            <a:off x="-1" y="-33346"/>
            <a:ext cx="12191764" cy="299247"/>
            <a:chOff x="0" y="-1"/>
            <a:chExt cx="12191762" cy="299245"/>
          </a:xfrm>
        </p:grpSpPr>
        <p:sp>
          <p:nvSpPr>
            <p:cNvPr id="180" name="Rectangle"/>
            <p:cNvSpPr/>
            <p:nvPr/>
          </p:nvSpPr>
          <p:spPr>
            <a:xfrm>
              <a:off x="0" y="33343"/>
              <a:ext cx="12191764" cy="232562"/>
            </a:xfrm>
            <a:prstGeom prst="rect">
              <a:avLst/>
            </a:prstGeom>
            <a:solidFill>
              <a:srgbClr val="00666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pc="-1" sz="15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81" name="Title of the Project"/>
            <p:cNvSpPr txBox="1"/>
            <p:nvPr/>
          </p:nvSpPr>
          <p:spPr>
            <a:xfrm>
              <a:off x="45718" y="-2"/>
              <a:ext cx="12100326" cy="2992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i="1" spc="-1" sz="15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Title of the Project</a:t>
              </a:r>
            </a:p>
          </p:txBody>
        </p:sp>
      </p:grpSp>
      <p:pic>
        <p:nvPicPr>
          <p:cNvPr id="183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506320" y="5956200"/>
            <a:ext cx="685442" cy="68544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86" name="Date Placeholder 3"/>
          <p:cNvGrpSpPr/>
          <p:nvPr/>
        </p:nvGrpSpPr>
        <p:grpSpPr>
          <a:xfrm>
            <a:off x="0" y="6594343"/>
            <a:ext cx="932815" cy="311407"/>
            <a:chOff x="0" y="0"/>
            <a:chExt cx="932813" cy="311405"/>
          </a:xfrm>
        </p:grpSpPr>
        <p:sp>
          <p:nvSpPr>
            <p:cNvPr id="184" name="Rectangle"/>
            <p:cNvSpPr/>
            <p:nvPr/>
          </p:nvSpPr>
          <p:spPr>
            <a:xfrm>
              <a:off x="0" y="48388"/>
              <a:ext cx="932815" cy="214633"/>
            </a:xfrm>
            <a:prstGeom prst="rect">
              <a:avLst/>
            </a:prstGeom>
            <a:solidFill>
              <a:srgbClr val="C55A1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pc="-1" sz="1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85" name="A - XX"/>
            <p:cNvSpPr txBox="1"/>
            <p:nvPr/>
          </p:nvSpPr>
          <p:spPr>
            <a:xfrm>
              <a:off x="45719" y="-1"/>
              <a:ext cx="841377" cy="3114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cap="small" spc="-1" sz="16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A - XX</a:t>
              </a:r>
            </a:p>
          </p:txBody>
        </p:sp>
      </p:grpSp>
      <p:sp>
        <p:nvSpPr>
          <p:cNvPr id="187" name="Title Text"/>
          <p:cNvSpPr txBox="1"/>
          <p:nvPr>
            <p:ph type="title"/>
          </p:nvPr>
        </p:nvSpPr>
        <p:spPr>
          <a:xfrm>
            <a:off x="0" y="232918"/>
            <a:ext cx="12191760" cy="714602"/>
          </a:xfrm>
          <a:prstGeom prst="rect">
            <a:avLst/>
          </a:prstGeom>
          <a:effectLst>
            <a:outerShdw sx="100000" sy="100000" kx="0" ky="0" algn="b" rotWithShape="0" blurRad="38100" dist="28080" dir="5400000">
              <a:srgbClr val="000000">
                <a:alpha val="32000"/>
              </a:srgbClr>
            </a:outerShdw>
          </a:effectLst>
        </p:spPr>
        <p:txBody>
          <a:bodyPr>
            <a:normAutofit fontScale="100000" lnSpcReduction="0"/>
          </a:bodyPr>
          <a:lstStyle>
            <a:lvl1pPr>
              <a:defRPr spc="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88" name="Body Level One…"/>
          <p:cNvSpPr txBox="1"/>
          <p:nvPr>
            <p:ph type="body" idx="1"/>
          </p:nvPr>
        </p:nvSpPr>
        <p:spPr>
          <a:xfrm>
            <a:off x="199439" y="1097280"/>
            <a:ext cx="11778841" cy="5394601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ClrTx/>
              <a:buSzTx/>
              <a:buNone/>
              <a:defRPr spc="0" sz="1800">
                <a:latin typeface="+mn-lt"/>
                <a:ea typeface="+mn-ea"/>
                <a:cs typeface="+mn-cs"/>
                <a:sym typeface="Helvetica"/>
              </a:defRPr>
            </a:lvl1pPr>
            <a:lvl2pPr indent="0" algn="l">
              <a:spcBef>
                <a:spcPts val="0"/>
              </a:spcBef>
              <a:buClrTx/>
              <a:defRPr spc="0" sz="1800">
                <a:latin typeface="+mn-lt"/>
                <a:ea typeface="+mn-ea"/>
                <a:cs typeface="+mn-cs"/>
                <a:sym typeface="Helvetica"/>
              </a:defRPr>
            </a:lvl2pPr>
            <a:lvl3pPr indent="0" algn="l">
              <a:spcBef>
                <a:spcPts val="0"/>
              </a:spcBef>
              <a:buClrTx/>
              <a:defRPr spc="0" sz="1800">
                <a:latin typeface="+mn-lt"/>
                <a:ea typeface="+mn-ea"/>
                <a:cs typeface="+mn-cs"/>
                <a:sym typeface="Helvetica"/>
              </a:defRPr>
            </a:lvl3pPr>
            <a:lvl4pPr indent="0" algn="l">
              <a:spcBef>
                <a:spcPts val="0"/>
              </a:spcBef>
              <a:buClrTx/>
              <a:defRPr spc="0" sz="1800">
                <a:latin typeface="+mn-lt"/>
                <a:ea typeface="+mn-ea"/>
                <a:cs typeface="+mn-cs"/>
                <a:sym typeface="Helvetica"/>
              </a:defRPr>
            </a:lvl4pPr>
            <a:lvl5pPr indent="0" algn="l">
              <a:spcBef>
                <a:spcPts val="0"/>
              </a:spcBef>
              <a:buClrTx/>
              <a:defRPr spc="0" sz="1800"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9" name="Slide Number"/>
          <p:cNvSpPr txBox="1"/>
          <p:nvPr>
            <p:ph type="sldNum" sz="quarter" idx="2"/>
          </p:nvPr>
        </p:nvSpPr>
        <p:spPr>
          <a:xfrm>
            <a:off x="11623040" y="6594347"/>
            <a:ext cx="568962" cy="311407"/>
          </a:xfrm>
          <a:prstGeom prst="rect">
            <a:avLst/>
          </a:prstGeom>
          <a:solidFill>
            <a:schemeClr val="accent4"/>
          </a:solidFill>
        </p:spPr>
        <p:txBody>
          <a:bodyPr wrap="square"/>
          <a:lstStyle>
            <a:lvl1pPr algn="ctr">
              <a:defRPr b="1" spc="-1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" name="Date Placeholder 3"/>
          <p:cNvGrpSpPr/>
          <p:nvPr/>
        </p:nvGrpSpPr>
        <p:grpSpPr>
          <a:xfrm>
            <a:off x="777238" y="6594474"/>
            <a:ext cx="5653804" cy="311406"/>
            <a:chOff x="0" y="0"/>
            <a:chExt cx="5653802" cy="311405"/>
          </a:xfrm>
        </p:grpSpPr>
        <p:sp>
          <p:nvSpPr>
            <p:cNvPr id="196" name="Rectangle"/>
            <p:cNvSpPr/>
            <p:nvPr/>
          </p:nvSpPr>
          <p:spPr>
            <a:xfrm>
              <a:off x="-1" y="48243"/>
              <a:ext cx="5653804" cy="214923"/>
            </a:xfrm>
            <a:prstGeom prst="rect">
              <a:avLst/>
            </a:prstGeom>
            <a:solidFill>
              <a:srgbClr val="00206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pc="-1" sz="1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97" name="Dept. of Computer Science and Engineering"/>
            <p:cNvSpPr txBox="1"/>
            <p:nvPr/>
          </p:nvSpPr>
          <p:spPr>
            <a:xfrm>
              <a:off x="45719" y="-1"/>
              <a:ext cx="5562365" cy="3114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cap="small" spc="-1" sz="16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Dept. of Computer Science and Engineering</a:t>
              </a:r>
            </a:p>
          </p:txBody>
        </p:sp>
      </p:grpSp>
      <p:grpSp>
        <p:nvGrpSpPr>
          <p:cNvPr id="201" name="Date Placeholder 3"/>
          <p:cNvGrpSpPr/>
          <p:nvPr/>
        </p:nvGrpSpPr>
        <p:grpSpPr>
          <a:xfrm>
            <a:off x="6431399" y="6594115"/>
            <a:ext cx="5322603" cy="311407"/>
            <a:chOff x="0" y="0"/>
            <a:chExt cx="5322601" cy="311405"/>
          </a:xfrm>
        </p:grpSpPr>
        <p:sp>
          <p:nvSpPr>
            <p:cNvPr id="199" name="Rectangle"/>
            <p:cNvSpPr/>
            <p:nvPr/>
          </p:nvSpPr>
          <p:spPr>
            <a:xfrm>
              <a:off x="-1" y="47883"/>
              <a:ext cx="5322602" cy="215643"/>
            </a:xfrm>
            <a:prstGeom prst="rect">
              <a:avLst/>
            </a:prstGeom>
            <a:solidFill>
              <a:srgbClr val="00808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pc="-1" sz="1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00" name="Srinivasa Ramanujan Institute of Technology"/>
            <p:cNvSpPr txBox="1"/>
            <p:nvPr/>
          </p:nvSpPr>
          <p:spPr>
            <a:xfrm>
              <a:off x="45718" y="-1"/>
              <a:ext cx="5231163" cy="3114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cap="small" spc="-1" sz="16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Srinivasa Ramanujan Institute of Technology</a:t>
              </a:r>
            </a:p>
          </p:txBody>
        </p:sp>
      </p:grpSp>
      <p:grpSp>
        <p:nvGrpSpPr>
          <p:cNvPr id="204" name="Date Placeholder 3"/>
          <p:cNvGrpSpPr/>
          <p:nvPr/>
        </p:nvGrpSpPr>
        <p:grpSpPr>
          <a:xfrm>
            <a:off x="-1" y="-33346"/>
            <a:ext cx="12191764" cy="299247"/>
            <a:chOff x="0" y="-1"/>
            <a:chExt cx="12191762" cy="299245"/>
          </a:xfrm>
        </p:grpSpPr>
        <p:sp>
          <p:nvSpPr>
            <p:cNvPr id="202" name="Rectangle"/>
            <p:cNvSpPr/>
            <p:nvPr/>
          </p:nvSpPr>
          <p:spPr>
            <a:xfrm>
              <a:off x="0" y="33343"/>
              <a:ext cx="12191764" cy="232562"/>
            </a:xfrm>
            <a:prstGeom prst="rect">
              <a:avLst/>
            </a:prstGeom>
            <a:solidFill>
              <a:srgbClr val="00666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pc="-1" sz="15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03" name="Title of the Project"/>
            <p:cNvSpPr txBox="1"/>
            <p:nvPr/>
          </p:nvSpPr>
          <p:spPr>
            <a:xfrm>
              <a:off x="45718" y="-2"/>
              <a:ext cx="12100326" cy="2992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i="1" spc="-1" sz="15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Title of the Project</a:t>
              </a:r>
            </a:p>
          </p:txBody>
        </p:sp>
      </p:grpSp>
      <p:pic>
        <p:nvPicPr>
          <p:cNvPr id="205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506320" y="5956200"/>
            <a:ext cx="685442" cy="68544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08" name="Date Placeholder 3"/>
          <p:cNvGrpSpPr/>
          <p:nvPr/>
        </p:nvGrpSpPr>
        <p:grpSpPr>
          <a:xfrm>
            <a:off x="0" y="6594343"/>
            <a:ext cx="932815" cy="311407"/>
            <a:chOff x="0" y="0"/>
            <a:chExt cx="932813" cy="311405"/>
          </a:xfrm>
        </p:grpSpPr>
        <p:sp>
          <p:nvSpPr>
            <p:cNvPr id="206" name="Rectangle"/>
            <p:cNvSpPr/>
            <p:nvPr/>
          </p:nvSpPr>
          <p:spPr>
            <a:xfrm>
              <a:off x="0" y="48388"/>
              <a:ext cx="932815" cy="214633"/>
            </a:xfrm>
            <a:prstGeom prst="rect">
              <a:avLst/>
            </a:prstGeom>
            <a:solidFill>
              <a:srgbClr val="C55A1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pc="-1" sz="1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07" name="A - XX"/>
            <p:cNvSpPr txBox="1"/>
            <p:nvPr/>
          </p:nvSpPr>
          <p:spPr>
            <a:xfrm>
              <a:off x="45719" y="-1"/>
              <a:ext cx="841377" cy="3114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cap="small" spc="-1" sz="16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A - XX</a:t>
              </a:r>
            </a:p>
          </p:txBody>
        </p:sp>
      </p:grpSp>
      <p:sp>
        <p:nvSpPr>
          <p:cNvPr id="209" name="Title Text"/>
          <p:cNvSpPr txBox="1"/>
          <p:nvPr>
            <p:ph type="title"/>
          </p:nvPr>
        </p:nvSpPr>
        <p:spPr>
          <a:xfrm>
            <a:off x="0" y="232918"/>
            <a:ext cx="12191760" cy="714602"/>
          </a:xfrm>
          <a:prstGeom prst="rect">
            <a:avLst/>
          </a:prstGeom>
          <a:effectLst>
            <a:outerShdw sx="100000" sy="100000" kx="0" ky="0" algn="b" rotWithShape="0" blurRad="38100" dist="28080" dir="5400000">
              <a:srgbClr val="000000">
                <a:alpha val="32000"/>
              </a:srgbClr>
            </a:outerShdw>
          </a:effectLst>
        </p:spPr>
        <p:txBody>
          <a:bodyPr>
            <a:normAutofit fontScale="100000" lnSpcReduction="0"/>
          </a:bodyPr>
          <a:lstStyle>
            <a:lvl1pPr>
              <a:defRPr spc="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10" name="Body Level One…"/>
          <p:cNvSpPr txBox="1"/>
          <p:nvPr>
            <p:ph type="body" sz="half" idx="1"/>
          </p:nvPr>
        </p:nvSpPr>
        <p:spPr>
          <a:xfrm>
            <a:off x="199439" y="1097280"/>
            <a:ext cx="5747762" cy="5394601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ClrTx/>
              <a:buSzTx/>
              <a:buNone/>
              <a:defRPr spc="0" sz="1800">
                <a:latin typeface="+mn-lt"/>
                <a:ea typeface="+mn-ea"/>
                <a:cs typeface="+mn-cs"/>
                <a:sym typeface="Helvetica"/>
              </a:defRPr>
            </a:lvl1pPr>
            <a:lvl2pPr indent="0" algn="l">
              <a:spcBef>
                <a:spcPts val="0"/>
              </a:spcBef>
              <a:buClrTx/>
              <a:defRPr spc="0" sz="1800">
                <a:latin typeface="+mn-lt"/>
                <a:ea typeface="+mn-ea"/>
                <a:cs typeface="+mn-cs"/>
                <a:sym typeface="Helvetica"/>
              </a:defRPr>
            </a:lvl2pPr>
            <a:lvl3pPr indent="0" algn="l">
              <a:spcBef>
                <a:spcPts val="0"/>
              </a:spcBef>
              <a:buClrTx/>
              <a:defRPr spc="0" sz="1800">
                <a:latin typeface="+mn-lt"/>
                <a:ea typeface="+mn-ea"/>
                <a:cs typeface="+mn-cs"/>
                <a:sym typeface="Helvetica"/>
              </a:defRPr>
            </a:lvl3pPr>
            <a:lvl4pPr indent="0" algn="l">
              <a:spcBef>
                <a:spcPts val="0"/>
              </a:spcBef>
              <a:buClrTx/>
              <a:defRPr spc="0" sz="1800">
                <a:latin typeface="+mn-lt"/>
                <a:ea typeface="+mn-ea"/>
                <a:cs typeface="+mn-cs"/>
                <a:sym typeface="Helvetica"/>
              </a:defRPr>
            </a:lvl4pPr>
            <a:lvl5pPr indent="0" algn="l">
              <a:spcBef>
                <a:spcPts val="0"/>
              </a:spcBef>
              <a:buClrTx/>
              <a:defRPr spc="0" sz="1800"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11" name="Slide Number"/>
          <p:cNvSpPr txBox="1"/>
          <p:nvPr>
            <p:ph type="sldNum" sz="quarter" idx="2"/>
          </p:nvPr>
        </p:nvSpPr>
        <p:spPr>
          <a:xfrm>
            <a:off x="11623040" y="6594347"/>
            <a:ext cx="568962" cy="311407"/>
          </a:xfrm>
          <a:prstGeom prst="rect">
            <a:avLst/>
          </a:prstGeom>
          <a:solidFill>
            <a:schemeClr val="accent4"/>
          </a:solidFill>
        </p:spPr>
        <p:txBody>
          <a:bodyPr wrap="square"/>
          <a:lstStyle>
            <a:lvl1pPr algn="ctr">
              <a:defRPr b="1" spc="-1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0" name="Date Placeholder 3"/>
          <p:cNvGrpSpPr/>
          <p:nvPr/>
        </p:nvGrpSpPr>
        <p:grpSpPr>
          <a:xfrm>
            <a:off x="777238" y="6594474"/>
            <a:ext cx="5653804" cy="311406"/>
            <a:chOff x="0" y="0"/>
            <a:chExt cx="5653802" cy="311405"/>
          </a:xfrm>
        </p:grpSpPr>
        <p:sp>
          <p:nvSpPr>
            <p:cNvPr id="218" name="Rectangle"/>
            <p:cNvSpPr/>
            <p:nvPr/>
          </p:nvSpPr>
          <p:spPr>
            <a:xfrm>
              <a:off x="-1" y="48243"/>
              <a:ext cx="5653804" cy="214923"/>
            </a:xfrm>
            <a:prstGeom prst="rect">
              <a:avLst/>
            </a:prstGeom>
            <a:solidFill>
              <a:srgbClr val="00206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pc="-1" sz="1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19" name="Dept. of Computer Science and Engineering"/>
            <p:cNvSpPr txBox="1"/>
            <p:nvPr/>
          </p:nvSpPr>
          <p:spPr>
            <a:xfrm>
              <a:off x="45719" y="-1"/>
              <a:ext cx="5562365" cy="3114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cap="small" spc="-1" sz="16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Dept. of Computer Science and Engineering</a:t>
              </a:r>
            </a:p>
          </p:txBody>
        </p:sp>
      </p:grpSp>
      <p:grpSp>
        <p:nvGrpSpPr>
          <p:cNvPr id="223" name="Date Placeholder 3"/>
          <p:cNvGrpSpPr/>
          <p:nvPr/>
        </p:nvGrpSpPr>
        <p:grpSpPr>
          <a:xfrm>
            <a:off x="6431399" y="6594115"/>
            <a:ext cx="5322603" cy="311407"/>
            <a:chOff x="0" y="0"/>
            <a:chExt cx="5322601" cy="311405"/>
          </a:xfrm>
        </p:grpSpPr>
        <p:sp>
          <p:nvSpPr>
            <p:cNvPr id="221" name="Rectangle"/>
            <p:cNvSpPr/>
            <p:nvPr/>
          </p:nvSpPr>
          <p:spPr>
            <a:xfrm>
              <a:off x="-1" y="47883"/>
              <a:ext cx="5322602" cy="215643"/>
            </a:xfrm>
            <a:prstGeom prst="rect">
              <a:avLst/>
            </a:prstGeom>
            <a:solidFill>
              <a:srgbClr val="00808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pc="-1" sz="1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22" name="Srinivasa Ramanujan Institute of Technology"/>
            <p:cNvSpPr txBox="1"/>
            <p:nvPr/>
          </p:nvSpPr>
          <p:spPr>
            <a:xfrm>
              <a:off x="45718" y="-1"/>
              <a:ext cx="5231163" cy="3114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cap="small" spc="-1" sz="16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Srinivasa Ramanujan Institute of Technology</a:t>
              </a:r>
            </a:p>
          </p:txBody>
        </p:sp>
      </p:grpSp>
      <p:grpSp>
        <p:nvGrpSpPr>
          <p:cNvPr id="226" name="Date Placeholder 3"/>
          <p:cNvGrpSpPr/>
          <p:nvPr/>
        </p:nvGrpSpPr>
        <p:grpSpPr>
          <a:xfrm>
            <a:off x="-1" y="-33346"/>
            <a:ext cx="12191764" cy="299247"/>
            <a:chOff x="0" y="-1"/>
            <a:chExt cx="12191762" cy="299245"/>
          </a:xfrm>
        </p:grpSpPr>
        <p:sp>
          <p:nvSpPr>
            <p:cNvPr id="224" name="Rectangle"/>
            <p:cNvSpPr/>
            <p:nvPr/>
          </p:nvSpPr>
          <p:spPr>
            <a:xfrm>
              <a:off x="0" y="33343"/>
              <a:ext cx="12191764" cy="232562"/>
            </a:xfrm>
            <a:prstGeom prst="rect">
              <a:avLst/>
            </a:prstGeom>
            <a:solidFill>
              <a:srgbClr val="00666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pc="-1" sz="15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25" name="Title of the Project"/>
            <p:cNvSpPr txBox="1"/>
            <p:nvPr/>
          </p:nvSpPr>
          <p:spPr>
            <a:xfrm>
              <a:off x="45718" y="-2"/>
              <a:ext cx="12100326" cy="2992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i="1" spc="-1" sz="15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Title of the Project</a:t>
              </a:r>
            </a:p>
          </p:txBody>
        </p:sp>
      </p:grpSp>
      <p:pic>
        <p:nvPicPr>
          <p:cNvPr id="227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506320" y="5956200"/>
            <a:ext cx="685442" cy="68544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30" name="Date Placeholder 3"/>
          <p:cNvGrpSpPr/>
          <p:nvPr/>
        </p:nvGrpSpPr>
        <p:grpSpPr>
          <a:xfrm>
            <a:off x="0" y="6594343"/>
            <a:ext cx="932815" cy="311407"/>
            <a:chOff x="0" y="0"/>
            <a:chExt cx="932813" cy="311405"/>
          </a:xfrm>
        </p:grpSpPr>
        <p:sp>
          <p:nvSpPr>
            <p:cNvPr id="228" name="Rectangle"/>
            <p:cNvSpPr/>
            <p:nvPr/>
          </p:nvSpPr>
          <p:spPr>
            <a:xfrm>
              <a:off x="0" y="48388"/>
              <a:ext cx="932815" cy="214633"/>
            </a:xfrm>
            <a:prstGeom prst="rect">
              <a:avLst/>
            </a:prstGeom>
            <a:solidFill>
              <a:srgbClr val="C55A1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pc="-1" sz="1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29" name="A - XX"/>
            <p:cNvSpPr txBox="1"/>
            <p:nvPr/>
          </p:nvSpPr>
          <p:spPr>
            <a:xfrm>
              <a:off x="45719" y="-1"/>
              <a:ext cx="841377" cy="3114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cap="small" spc="-1" sz="16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A - XX</a:t>
              </a:r>
            </a:p>
          </p:txBody>
        </p:sp>
      </p:grpSp>
      <p:sp>
        <p:nvSpPr>
          <p:cNvPr id="231" name="Title Text"/>
          <p:cNvSpPr txBox="1"/>
          <p:nvPr>
            <p:ph type="title"/>
          </p:nvPr>
        </p:nvSpPr>
        <p:spPr>
          <a:xfrm>
            <a:off x="0" y="232918"/>
            <a:ext cx="12191760" cy="714602"/>
          </a:xfrm>
          <a:prstGeom prst="rect">
            <a:avLst/>
          </a:prstGeom>
          <a:effectLst>
            <a:outerShdw sx="100000" sy="100000" kx="0" ky="0" algn="b" rotWithShape="0" blurRad="38100" dist="28080" dir="5400000">
              <a:srgbClr val="000000">
                <a:alpha val="32000"/>
              </a:srgbClr>
            </a:outerShdw>
          </a:effectLst>
        </p:spPr>
        <p:txBody>
          <a:bodyPr>
            <a:normAutofit fontScale="100000" lnSpcReduction="0"/>
          </a:bodyPr>
          <a:lstStyle>
            <a:lvl1pPr>
              <a:defRPr spc="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32" name="Slide Number"/>
          <p:cNvSpPr txBox="1"/>
          <p:nvPr>
            <p:ph type="sldNum" sz="quarter" idx="2"/>
          </p:nvPr>
        </p:nvSpPr>
        <p:spPr>
          <a:xfrm>
            <a:off x="11623040" y="6594347"/>
            <a:ext cx="568962" cy="311407"/>
          </a:xfrm>
          <a:prstGeom prst="rect">
            <a:avLst/>
          </a:prstGeom>
          <a:solidFill>
            <a:schemeClr val="accent4"/>
          </a:solidFill>
        </p:spPr>
        <p:txBody>
          <a:bodyPr wrap="square"/>
          <a:lstStyle>
            <a:lvl1pPr algn="ctr">
              <a:defRPr b="1" spc="-1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1" name="Date Placeholder 3"/>
          <p:cNvGrpSpPr/>
          <p:nvPr/>
        </p:nvGrpSpPr>
        <p:grpSpPr>
          <a:xfrm>
            <a:off x="777238" y="6594474"/>
            <a:ext cx="5653804" cy="311406"/>
            <a:chOff x="0" y="0"/>
            <a:chExt cx="5653802" cy="311405"/>
          </a:xfrm>
        </p:grpSpPr>
        <p:sp>
          <p:nvSpPr>
            <p:cNvPr id="239" name="Rectangle"/>
            <p:cNvSpPr/>
            <p:nvPr/>
          </p:nvSpPr>
          <p:spPr>
            <a:xfrm>
              <a:off x="-1" y="48243"/>
              <a:ext cx="5653804" cy="214923"/>
            </a:xfrm>
            <a:prstGeom prst="rect">
              <a:avLst/>
            </a:prstGeom>
            <a:solidFill>
              <a:srgbClr val="00206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pc="-1" sz="1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40" name="Dept. of Computer Science and Engineering"/>
            <p:cNvSpPr txBox="1"/>
            <p:nvPr/>
          </p:nvSpPr>
          <p:spPr>
            <a:xfrm>
              <a:off x="45719" y="-1"/>
              <a:ext cx="5562365" cy="3114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cap="small" spc="-1" sz="16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Dept. of Computer Science and Engineering</a:t>
              </a:r>
            </a:p>
          </p:txBody>
        </p:sp>
      </p:grpSp>
      <p:grpSp>
        <p:nvGrpSpPr>
          <p:cNvPr id="244" name="Date Placeholder 3"/>
          <p:cNvGrpSpPr/>
          <p:nvPr/>
        </p:nvGrpSpPr>
        <p:grpSpPr>
          <a:xfrm>
            <a:off x="6431399" y="6594115"/>
            <a:ext cx="5322603" cy="311407"/>
            <a:chOff x="0" y="0"/>
            <a:chExt cx="5322601" cy="311405"/>
          </a:xfrm>
        </p:grpSpPr>
        <p:sp>
          <p:nvSpPr>
            <p:cNvPr id="242" name="Rectangle"/>
            <p:cNvSpPr/>
            <p:nvPr/>
          </p:nvSpPr>
          <p:spPr>
            <a:xfrm>
              <a:off x="-1" y="47883"/>
              <a:ext cx="5322602" cy="215643"/>
            </a:xfrm>
            <a:prstGeom prst="rect">
              <a:avLst/>
            </a:prstGeom>
            <a:solidFill>
              <a:srgbClr val="00808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pc="-1" sz="1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43" name="Srinivasa Ramanujan Institute of Technology"/>
            <p:cNvSpPr txBox="1"/>
            <p:nvPr/>
          </p:nvSpPr>
          <p:spPr>
            <a:xfrm>
              <a:off x="45718" y="-1"/>
              <a:ext cx="5231163" cy="3114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cap="small" spc="-1" sz="16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Srinivasa Ramanujan Institute of Technology</a:t>
              </a:r>
            </a:p>
          </p:txBody>
        </p:sp>
      </p:grpSp>
      <p:grpSp>
        <p:nvGrpSpPr>
          <p:cNvPr id="247" name="Date Placeholder 3"/>
          <p:cNvGrpSpPr/>
          <p:nvPr/>
        </p:nvGrpSpPr>
        <p:grpSpPr>
          <a:xfrm>
            <a:off x="-1" y="-33346"/>
            <a:ext cx="12191764" cy="299247"/>
            <a:chOff x="0" y="-1"/>
            <a:chExt cx="12191762" cy="299245"/>
          </a:xfrm>
        </p:grpSpPr>
        <p:sp>
          <p:nvSpPr>
            <p:cNvPr id="245" name="Rectangle"/>
            <p:cNvSpPr/>
            <p:nvPr/>
          </p:nvSpPr>
          <p:spPr>
            <a:xfrm>
              <a:off x="0" y="33343"/>
              <a:ext cx="12191764" cy="232562"/>
            </a:xfrm>
            <a:prstGeom prst="rect">
              <a:avLst/>
            </a:prstGeom>
            <a:solidFill>
              <a:srgbClr val="00666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pc="-1" sz="15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46" name="Title of the Project"/>
            <p:cNvSpPr txBox="1"/>
            <p:nvPr/>
          </p:nvSpPr>
          <p:spPr>
            <a:xfrm>
              <a:off x="45718" y="-2"/>
              <a:ext cx="12100326" cy="2992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i="1" spc="-1" sz="15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Title of the Project</a:t>
              </a:r>
            </a:p>
          </p:txBody>
        </p:sp>
      </p:grpSp>
      <p:pic>
        <p:nvPicPr>
          <p:cNvPr id="248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506320" y="5956200"/>
            <a:ext cx="685442" cy="68544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51" name="Date Placeholder 3"/>
          <p:cNvGrpSpPr/>
          <p:nvPr/>
        </p:nvGrpSpPr>
        <p:grpSpPr>
          <a:xfrm>
            <a:off x="0" y="6594343"/>
            <a:ext cx="932815" cy="311407"/>
            <a:chOff x="0" y="0"/>
            <a:chExt cx="932813" cy="311405"/>
          </a:xfrm>
        </p:grpSpPr>
        <p:sp>
          <p:nvSpPr>
            <p:cNvPr id="249" name="Rectangle"/>
            <p:cNvSpPr/>
            <p:nvPr/>
          </p:nvSpPr>
          <p:spPr>
            <a:xfrm>
              <a:off x="0" y="48388"/>
              <a:ext cx="932815" cy="214633"/>
            </a:xfrm>
            <a:prstGeom prst="rect">
              <a:avLst/>
            </a:prstGeom>
            <a:solidFill>
              <a:srgbClr val="C55A1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pc="-1" sz="1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50" name="A - XX"/>
            <p:cNvSpPr txBox="1"/>
            <p:nvPr/>
          </p:nvSpPr>
          <p:spPr>
            <a:xfrm>
              <a:off x="45719" y="-1"/>
              <a:ext cx="841377" cy="3114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cap="small" spc="-1" sz="16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A - XX</a:t>
              </a:r>
            </a:p>
          </p:txBody>
        </p:sp>
      </p:grpSp>
      <p:sp>
        <p:nvSpPr>
          <p:cNvPr id="252" name="Body Level One…"/>
          <p:cNvSpPr txBox="1"/>
          <p:nvPr>
            <p:ph type="body" idx="1"/>
          </p:nvPr>
        </p:nvSpPr>
        <p:spPr>
          <a:xfrm>
            <a:off x="0" y="232918"/>
            <a:ext cx="12191760" cy="3313803"/>
          </a:xfrm>
          <a:prstGeom prst="rect">
            <a:avLst/>
          </a:prstGeom>
        </p:spPr>
        <p:txBody>
          <a:bodyPr anchor="ctr"/>
          <a:lstStyle>
            <a:lvl1pPr marL="0" indent="0" algn="l">
              <a:spcBef>
                <a:spcPts val="0"/>
              </a:spcBef>
              <a:buClrTx/>
              <a:buSzTx/>
              <a:buNone/>
              <a:defRPr spc="0" sz="1800">
                <a:latin typeface="+mn-lt"/>
                <a:ea typeface="+mn-ea"/>
                <a:cs typeface="+mn-cs"/>
                <a:sym typeface="Helvetica"/>
              </a:defRPr>
            </a:lvl1pPr>
            <a:lvl2pPr indent="0" algn="l">
              <a:spcBef>
                <a:spcPts val="0"/>
              </a:spcBef>
              <a:buClrTx/>
              <a:defRPr spc="0" sz="1800">
                <a:latin typeface="+mn-lt"/>
                <a:ea typeface="+mn-ea"/>
                <a:cs typeface="+mn-cs"/>
                <a:sym typeface="Helvetica"/>
              </a:defRPr>
            </a:lvl2pPr>
            <a:lvl3pPr indent="0" algn="l">
              <a:spcBef>
                <a:spcPts val="0"/>
              </a:spcBef>
              <a:buClrTx/>
              <a:defRPr spc="0" sz="1800">
                <a:latin typeface="+mn-lt"/>
                <a:ea typeface="+mn-ea"/>
                <a:cs typeface="+mn-cs"/>
                <a:sym typeface="Helvetica"/>
              </a:defRPr>
            </a:lvl3pPr>
            <a:lvl4pPr indent="0" algn="l">
              <a:spcBef>
                <a:spcPts val="0"/>
              </a:spcBef>
              <a:buClrTx/>
              <a:defRPr spc="0" sz="1800">
                <a:latin typeface="+mn-lt"/>
                <a:ea typeface="+mn-ea"/>
                <a:cs typeface="+mn-cs"/>
                <a:sym typeface="Helvetica"/>
              </a:defRPr>
            </a:lvl4pPr>
            <a:lvl5pPr indent="0" algn="l">
              <a:spcBef>
                <a:spcPts val="0"/>
              </a:spcBef>
              <a:buClrTx/>
              <a:defRPr spc="0" sz="1800"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53" name="Slide Number"/>
          <p:cNvSpPr txBox="1"/>
          <p:nvPr>
            <p:ph type="sldNum" sz="quarter" idx="2"/>
          </p:nvPr>
        </p:nvSpPr>
        <p:spPr>
          <a:xfrm>
            <a:off x="11623040" y="6594347"/>
            <a:ext cx="568962" cy="311407"/>
          </a:xfrm>
          <a:prstGeom prst="rect">
            <a:avLst/>
          </a:prstGeom>
          <a:solidFill>
            <a:schemeClr val="accent4"/>
          </a:solidFill>
        </p:spPr>
        <p:txBody>
          <a:bodyPr wrap="square"/>
          <a:lstStyle>
            <a:lvl1pPr algn="ctr">
              <a:defRPr b="1" spc="-1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2" name="Date Placeholder 3"/>
          <p:cNvGrpSpPr/>
          <p:nvPr/>
        </p:nvGrpSpPr>
        <p:grpSpPr>
          <a:xfrm>
            <a:off x="777238" y="6594474"/>
            <a:ext cx="5653804" cy="311406"/>
            <a:chOff x="0" y="0"/>
            <a:chExt cx="5653802" cy="311405"/>
          </a:xfrm>
        </p:grpSpPr>
        <p:sp>
          <p:nvSpPr>
            <p:cNvPr id="260" name="Rectangle"/>
            <p:cNvSpPr/>
            <p:nvPr/>
          </p:nvSpPr>
          <p:spPr>
            <a:xfrm>
              <a:off x="-1" y="48243"/>
              <a:ext cx="5653804" cy="214923"/>
            </a:xfrm>
            <a:prstGeom prst="rect">
              <a:avLst/>
            </a:prstGeom>
            <a:solidFill>
              <a:srgbClr val="00206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pc="-1" sz="1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61" name="Dept. of Computer Science and Engineering"/>
            <p:cNvSpPr txBox="1"/>
            <p:nvPr/>
          </p:nvSpPr>
          <p:spPr>
            <a:xfrm>
              <a:off x="45719" y="-1"/>
              <a:ext cx="5562365" cy="3114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cap="small" spc="-1" sz="16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Dept. of Computer Science and Engineering</a:t>
              </a:r>
            </a:p>
          </p:txBody>
        </p:sp>
      </p:grpSp>
      <p:grpSp>
        <p:nvGrpSpPr>
          <p:cNvPr id="265" name="Date Placeholder 3"/>
          <p:cNvGrpSpPr/>
          <p:nvPr/>
        </p:nvGrpSpPr>
        <p:grpSpPr>
          <a:xfrm>
            <a:off x="6431399" y="6594115"/>
            <a:ext cx="5322603" cy="311407"/>
            <a:chOff x="0" y="0"/>
            <a:chExt cx="5322601" cy="311405"/>
          </a:xfrm>
        </p:grpSpPr>
        <p:sp>
          <p:nvSpPr>
            <p:cNvPr id="263" name="Rectangle"/>
            <p:cNvSpPr/>
            <p:nvPr/>
          </p:nvSpPr>
          <p:spPr>
            <a:xfrm>
              <a:off x="-1" y="47883"/>
              <a:ext cx="5322602" cy="215643"/>
            </a:xfrm>
            <a:prstGeom prst="rect">
              <a:avLst/>
            </a:prstGeom>
            <a:solidFill>
              <a:srgbClr val="00808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pc="-1" sz="1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64" name="Srinivasa Ramanujan Institute of Technology"/>
            <p:cNvSpPr txBox="1"/>
            <p:nvPr/>
          </p:nvSpPr>
          <p:spPr>
            <a:xfrm>
              <a:off x="45718" y="-1"/>
              <a:ext cx="5231163" cy="3114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cap="small" spc="-1" sz="16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Srinivasa Ramanujan Institute of Technology</a:t>
              </a:r>
            </a:p>
          </p:txBody>
        </p:sp>
      </p:grpSp>
      <p:grpSp>
        <p:nvGrpSpPr>
          <p:cNvPr id="268" name="Date Placeholder 3"/>
          <p:cNvGrpSpPr/>
          <p:nvPr/>
        </p:nvGrpSpPr>
        <p:grpSpPr>
          <a:xfrm>
            <a:off x="-1" y="-33346"/>
            <a:ext cx="12191764" cy="299247"/>
            <a:chOff x="0" y="-1"/>
            <a:chExt cx="12191762" cy="299245"/>
          </a:xfrm>
        </p:grpSpPr>
        <p:sp>
          <p:nvSpPr>
            <p:cNvPr id="266" name="Rectangle"/>
            <p:cNvSpPr/>
            <p:nvPr/>
          </p:nvSpPr>
          <p:spPr>
            <a:xfrm>
              <a:off x="0" y="33343"/>
              <a:ext cx="12191764" cy="232562"/>
            </a:xfrm>
            <a:prstGeom prst="rect">
              <a:avLst/>
            </a:prstGeom>
            <a:solidFill>
              <a:srgbClr val="00666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pc="-1" sz="15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67" name="Title of the Project"/>
            <p:cNvSpPr txBox="1"/>
            <p:nvPr/>
          </p:nvSpPr>
          <p:spPr>
            <a:xfrm>
              <a:off x="45718" y="-2"/>
              <a:ext cx="12100326" cy="2992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i="1" spc="-1" sz="15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Title of the Project</a:t>
              </a:r>
            </a:p>
          </p:txBody>
        </p:sp>
      </p:grpSp>
      <p:pic>
        <p:nvPicPr>
          <p:cNvPr id="269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506320" y="5956200"/>
            <a:ext cx="685442" cy="68544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72" name="Date Placeholder 3"/>
          <p:cNvGrpSpPr/>
          <p:nvPr/>
        </p:nvGrpSpPr>
        <p:grpSpPr>
          <a:xfrm>
            <a:off x="0" y="6594343"/>
            <a:ext cx="932815" cy="311407"/>
            <a:chOff x="0" y="0"/>
            <a:chExt cx="932813" cy="311405"/>
          </a:xfrm>
        </p:grpSpPr>
        <p:sp>
          <p:nvSpPr>
            <p:cNvPr id="270" name="Rectangle"/>
            <p:cNvSpPr/>
            <p:nvPr/>
          </p:nvSpPr>
          <p:spPr>
            <a:xfrm>
              <a:off x="0" y="48388"/>
              <a:ext cx="932815" cy="214633"/>
            </a:xfrm>
            <a:prstGeom prst="rect">
              <a:avLst/>
            </a:prstGeom>
            <a:solidFill>
              <a:srgbClr val="C55A1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pc="-1" sz="1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71" name="A - XX"/>
            <p:cNvSpPr txBox="1"/>
            <p:nvPr/>
          </p:nvSpPr>
          <p:spPr>
            <a:xfrm>
              <a:off x="45719" y="-1"/>
              <a:ext cx="841377" cy="3114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cap="small" spc="-1" sz="16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A - XX</a:t>
              </a:r>
            </a:p>
          </p:txBody>
        </p:sp>
      </p:grpSp>
      <p:sp>
        <p:nvSpPr>
          <p:cNvPr id="273" name="Title Text"/>
          <p:cNvSpPr txBox="1"/>
          <p:nvPr>
            <p:ph type="title"/>
          </p:nvPr>
        </p:nvSpPr>
        <p:spPr>
          <a:xfrm>
            <a:off x="0" y="232918"/>
            <a:ext cx="12191760" cy="714602"/>
          </a:xfrm>
          <a:prstGeom prst="rect">
            <a:avLst/>
          </a:prstGeom>
          <a:effectLst>
            <a:outerShdw sx="100000" sy="100000" kx="0" ky="0" algn="b" rotWithShape="0" blurRad="38100" dist="28080" dir="5400000">
              <a:srgbClr val="000000">
                <a:alpha val="32000"/>
              </a:srgbClr>
            </a:outerShdw>
          </a:effectLst>
        </p:spPr>
        <p:txBody>
          <a:bodyPr>
            <a:normAutofit fontScale="100000" lnSpcReduction="0"/>
          </a:bodyPr>
          <a:lstStyle>
            <a:lvl1pPr>
              <a:defRPr spc="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74" name="Body Level One…"/>
          <p:cNvSpPr txBox="1"/>
          <p:nvPr>
            <p:ph type="body" sz="quarter" idx="1"/>
          </p:nvPr>
        </p:nvSpPr>
        <p:spPr>
          <a:xfrm>
            <a:off x="199439" y="1097280"/>
            <a:ext cx="5747762" cy="2572922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ClrTx/>
              <a:buSzTx/>
              <a:buNone/>
              <a:defRPr spc="0" sz="1800">
                <a:latin typeface="+mn-lt"/>
                <a:ea typeface="+mn-ea"/>
                <a:cs typeface="+mn-cs"/>
                <a:sym typeface="Helvetica"/>
              </a:defRPr>
            </a:lvl1pPr>
            <a:lvl2pPr indent="0" algn="l">
              <a:spcBef>
                <a:spcPts val="0"/>
              </a:spcBef>
              <a:buClrTx/>
              <a:defRPr spc="0" sz="1800">
                <a:latin typeface="+mn-lt"/>
                <a:ea typeface="+mn-ea"/>
                <a:cs typeface="+mn-cs"/>
                <a:sym typeface="Helvetica"/>
              </a:defRPr>
            </a:lvl2pPr>
            <a:lvl3pPr indent="0" algn="l">
              <a:spcBef>
                <a:spcPts val="0"/>
              </a:spcBef>
              <a:buClrTx/>
              <a:defRPr spc="0" sz="1800">
                <a:latin typeface="+mn-lt"/>
                <a:ea typeface="+mn-ea"/>
                <a:cs typeface="+mn-cs"/>
                <a:sym typeface="Helvetica"/>
              </a:defRPr>
            </a:lvl3pPr>
            <a:lvl4pPr indent="0" algn="l">
              <a:spcBef>
                <a:spcPts val="0"/>
              </a:spcBef>
              <a:buClrTx/>
              <a:defRPr spc="0" sz="1800">
                <a:latin typeface="+mn-lt"/>
                <a:ea typeface="+mn-ea"/>
                <a:cs typeface="+mn-cs"/>
                <a:sym typeface="Helvetica"/>
              </a:defRPr>
            </a:lvl4pPr>
            <a:lvl5pPr indent="0" algn="l">
              <a:spcBef>
                <a:spcPts val="0"/>
              </a:spcBef>
              <a:buClrTx/>
              <a:defRPr spc="0" sz="1800"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75" name="Slide Number"/>
          <p:cNvSpPr txBox="1"/>
          <p:nvPr>
            <p:ph type="sldNum" sz="quarter" idx="2"/>
          </p:nvPr>
        </p:nvSpPr>
        <p:spPr>
          <a:xfrm>
            <a:off x="11623040" y="6594347"/>
            <a:ext cx="568962" cy="311407"/>
          </a:xfrm>
          <a:prstGeom prst="rect">
            <a:avLst/>
          </a:prstGeom>
          <a:solidFill>
            <a:schemeClr val="accent4"/>
          </a:solidFill>
        </p:spPr>
        <p:txBody>
          <a:bodyPr wrap="square"/>
          <a:lstStyle>
            <a:lvl1pPr algn="ctr">
              <a:defRPr b="1" spc="-1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4" name="Date Placeholder 3"/>
          <p:cNvGrpSpPr/>
          <p:nvPr/>
        </p:nvGrpSpPr>
        <p:grpSpPr>
          <a:xfrm>
            <a:off x="777238" y="6594474"/>
            <a:ext cx="5653804" cy="311406"/>
            <a:chOff x="0" y="0"/>
            <a:chExt cx="5653802" cy="311405"/>
          </a:xfrm>
        </p:grpSpPr>
        <p:sp>
          <p:nvSpPr>
            <p:cNvPr id="282" name="Rectangle"/>
            <p:cNvSpPr/>
            <p:nvPr/>
          </p:nvSpPr>
          <p:spPr>
            <a:xfrm>
              <a:off x="-1" y="48243"/>
              <a:ext cx="5653804" cy="214923"/>
            </a:xfrm>
            <a:prstGeom prst="rect">
              <a:avLst/>
            </a:prstGeom>
            <a:solidFill>
              <a:srgbClr val="00206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pc="-1" sz="1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83" name="Dept. of Computer Science and Engineering"/>
            <p:cNvSpPr txBox="1"/>
            <p:nvPr/>
          </p:nvSpPr>
          <p:spPr>
            <a:xfrm>
              <a:off x="45719" y="-1"/>
              <a:ext cx="5562365" cy="3114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cap="small" spc="-1" sz="16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Dept. of Computer Science and Engineering</a:t>
              </a:r>
            </a:p>
          </p:txBody>
        </p:sp>
      </p:grpSp>
      <p:grpSp>
        <p:nvGrpSpPr>
          <p:cNvPr id="287" name="Date Placeholder 3"/>
          <p:cNvGrpSpPr/>
          <p:nvPr/>
        </p:nvGrpSpPr>
        <p:grpSpPr>
          <a:xfrm>
            <a:off x="6431399" y="6594115"/>
            <a:ext cx="5322603" cy="311407"/>
            <a:chOff x="0" y="0"/>
            <a:chExt cx="5322601" cy="311405"/>
          </a:xfrm>
        </p:grpSpPr>
        <p:sp>
          <p:nvSpPr>
            <p:cNvPr id="285" name="Rectangle"/>
            <p:cNvSpPr/>
            <p:nvPr/>
          </p:nvSpPr>
          <p:spPr>
            <a:xfrm>
              <a:off x="-1" y="47883"/>
              <a:ext cx="5322602" cy="215643"/>
            </a:xfrm>
            <a:prstGeom prst="rect">
              <a:avLst/>
            </a:prstGeom>
            <a:solidFill>
              <a:srgbClr val="00808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pc="-1" sz="1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86" name="Srinivasa Ramanujan Institute of Technology"/>
            <p:cNvSpPr txBox="1"/>
            <p:nvPr/>
          </p:nvSpPr>
          <p:spPr>
            <a:xfrm>
              <a:off x="45718" y="-1"/>
              <a:ext cx="5231163" cy="3114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cap="small" spc="-1" sz="16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Srinivasa Ramanujan Institute of Technology</a:t>
              </a:r>
            </a:p>
          </p:txBody>
        </p:sp>
      </p:grpSp>
      <p:grpSp>
        <p:nvGrpSpPr>
          <p:cNvPr id="290" name="Date Placeholder 3"/>
          <p:cNvGrpSpPr/>
          <p:nvPr/>
        </p:nvGrpSpPr>
        <p:grpSpPr>
          <a:xfrm>
            <a:off x="-1" y="-33346"/>
            <a:ext cx="12191764" cy="299247"/>
            <a:chOff x="0" y="-1"/>
            <a:chExt cx="12191762" cy="299245"/>
          </a:xfrm>
        </p:grpSpPr>
        <p:sp>
          <p:nvSpPr>
            <p:cNvPr id="288" name="Rectangle"/>
            <p:cNvSpPr/>
            <p:nvPr/>
          </p:nvSpPr>
          <p:spPr>
            <a:xfrm>
              <a:off x="0" y="33343"/>
              <a:ext cx="12191764" cy="232562"/>
            </a:xfrm>
            <a:prstGeom prst="rect">
              <a:avLst/>
            </a:prstGeom>
            <a:solidFill>
              <a:srgbClr val="00666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pc="-1" sz="15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89" name="Title of the Project"/>
            <p:cNvSpPr txBox="1"/>
            <p:nvPr/>
          </p:nvSpPr>
          <p:spPr>
            <a:xfrm>
              <a:off x="45718" y="-2"/>
              <a:ext cx="12100326" cy="2992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i="1" spc="-1" sz="15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Title of the Project</a:t>
              </a:r>
            </a:p>
          </p:txBody>
        </p:sp>
      </p:grpSp>
      <p:pic>
        <p:nvPicPr>
          <p:cNvPr id="291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506320" y="5956200"/>
            <a:ext cx="685442" cy="68544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94" name="Date Placeholder 3"/>
          <p:cNvGrpSpPr/>
          <p:nvPr/>
        </p:nvGrpSpPr>
        <p:grpSpPr>
          <a:xfrm>
            <a:off x="0" y="6594343"/>
            <a:ext cx="932815" cy="311407"/>
            <a:chOff x="0" y="0"/>
            <a:chExt cx="932813" cy="311405"/>
          </a:xfrm>
        </p:grpSpPr>
        <p:sp>
          <p:nvSpPr>
            <p:cNvPr id="292" name="Rectangle"/>
            <p:cNvSpPr/>
            <p:nvPr/>
          </p:nvSpPr>
          <p:spPr>
            <a:xfrm>
              <a:off x="0" y="48388"/>
              <a:ext cx="932815" cy="214633"/>
            </a:xfrm>
            <a:prstGeom prst="rect">
              <a:avLst/>
            </a:prstGeom>
            <a:solidFill>
              <a:srgbClr val="C55A1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pc="-1" sz="1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93" name="A - XX"/>
            <p:cNvSpPr txBox="1"/>
            <p:nvPr/>
          </p:nvSpPr>
          <p:spPr>
            <a:xfrm>
              <a:off x="45719" y="-1"/>
              <a:ext cx="841377" cy="3114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cap="small" spc="-1" sz="16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A - XX</a:t>
              </a:r>
            </a:p>
          </p:txBody>
        </p:sp>
      </p:grpSp>
      <p:sp>
        <p:nvSpPr>
          <p:cNvPr id="295" name="Title Text"/>
          <p:cNvSpPr txBox="1"/>
          <p:nvPr>
            <p:ph type="title"/>
          </p:nvPr>
        </p:nvSpPr>
        <p:spPr>
          <a:xfrm>
            <a:off x="0" y="232918"/>
            <a:ext cx="12191760" cy="714602"/>
          </a:xfrm>
          <a:prstGeom prst="rect">
            <a:avLst/>
          </a:prstGeom>
          <a:effectLst>
            <a:outerShdw sx="100000" sy="100000" kx="0" ky="0" algn="b" rotWithShape="0" blurRad="38100" dist="28080" dir="5400000">
              <a:srgbClr val="000000">
                <a:alpha val="32000"/>
              </a:srgbClr>
            </a:outerShdw>
          </a:effectLst>
        </p:spPr>
        <p:txBody>
          <a:bodyPr>
            <a:normAutofit fontScale="100000" lnSpcReduction="0"/>
          </a:bodyPr>
          <a:lstStyle>
            <a:lvl1pPr>
              <a:defRPr spc="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96" name="Body Level One…"/>
          <p:cNvSpPr txBox="1"/>
          <p:nvPr>
            <p:ph type="body" sz="half" idx="1"/>
          </p:nvPr>
        </p:nvSpPr>
        <p:spPr>
          <a:xfrm>
            <a:off x="199439" y="1097280"/>
            <a:ext cx="5747762" cy="5394601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ClrTx/>
              <a:buSzTx/>
              <a:buNone/>
              <a:defRPr spc="0" sz="1800">
                <a:latin typeface="+mn-lt"/>
                <a:ea typeface="+mn-ea"/>
                <a:cs typeface="+mn-cs"/>
                <a:sym typeface="Helvetica"/>
              </a:defRPr>
            </a:lvl1pPr>
            <a:lvl2pPr indent="0" algn="l">
              <a:spcBef>
                <a:spcPts val="0"/>
              </a:spcBef>
              <a:buClrTx/>
              <a:defRPr spc="0" sz="1800">
                <a:latin typeface="+mn-lt"/>
                <a:ea typeface="+mn-ea"/>
                <a:cs typeface="+mn-cs"/>
                <a:sym typeface="Helvetica"/>
              </a:defRPr>
            </a:lvl2pPr>
            <a:lvl3pPr indent="0" algn="l">
              <a:spcBef>
                <a:spcPts val="0"/>
              </a:spcBef>
              <a:buClrTx/>
              <a:defRPr spc="0" sz="1800">
                <a:latin typeface="+mn-lt"/>
                <a:ea typeface="+mn-ea"/>
                <a:cs typeface="+mn-cs"/>
                <a:sym typeface="Helvetica"/>
              </a:defRPr>
            </a:lvl3pPr>
            <a:lvl4pPr indent="0" algn="l">
              <a:spcBef>
                <a:spcPts val="0"/>
              </a:spcBef>
              <a:buClrTx/>
              <a:defRPr spc="0" sz="1800">
                <a:latin typeface="+mn-lt"/>
                <a:ea typeface="+mn-ea"/>
                <a:cs typeface="+mn-cs"/>
                <a:sym typeface="Helvetica"/>
              </a:defRPr>
            </a:lvl4pPr>
            <a:lvl5pPr indent="0" algn="l">
              <a:spcBef>
                <a:spcPts val="0"/>
              </a:spcBef>
              <a:buClrTx/>
              <a:defRPr spc="0" sz="1800"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97" name="Slide Number"/>
          <p:cNvSpPr txBox="1"/>
          <p:nvPr>
            <p:ph type="sldNum" sz="quarter" idx="2"/>
          </p:nvPr>
        </p:nvSpPr>
        <p:spPr>
          <a:xfrm>
            <a:off x="11623040" y="6594347"/>
            <a:ext cx="568962" cy="311407"/>
          </a:xfrm>
          <a:prstGeom prst="rect">
            <a:avLst/>
          </a:prstGeom>
          <a:solidFill>
            <a:schemeClr val="accent4"/>
          </a:solidFill>
        </p:spPr>
        <p:txBody>
          <a:bodyPr wrap="square"/>
          <a:lstStyle>
            <a:lvl1pPr algn="ctr">
              <a:defRPr b="1" spc="-1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6" name="Date Placeholder 3"/>
          <p:cNvGrpSpPr/>
          <p:nvPr/>
        </p:nvGrpSpPr>
        <p:grpSpPr>
          <a:xfrm>
            <a:off x="777238" y="6594474"/>
            <a:ext cx="5653804" cy="311406"/>
            <a:chOff x="0" y="0"/>
            <a:chExt cx="5653802" cy="311405"/>
          </a:xfrm>
        </p:grpSpPr>
        <p:sp>
          <p:nvSpPr>
            <p:cNvPr id="304" name="Rectangle"/>
            <p:cNvSpPr/>
            <p:nvPr/>
          </p:nvSpPr>
          <p:spPr>
            <a:xfrm>
              <a:off x="-1" y="48243"/>
              <a:ext cx="5653804" cy="214923"/>
            </a:xfrm>
            <a:prstGeom prst="rect">
              <a:avLst/>
            </a:prstGeom>
            <a:solidFill>
              <a:srgbClr val="00206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pc="-1" sz="1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05" name="Dept. of Computer Science and Engineering"/>
            <p:cNvSpPr txBox="1"/>
            <p:nvPr/>
          </p:nvSpPr>
          <p:spPr>
            <a:xfrm>
              <a:off x="45719" y="-1"/>
              <a:ext cx="5562365" cy="3114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cap="small" spc="-1" sz="16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Dept. of Computer Science and Engineering</a:t>
              </a:r>
            </a:p>
          </p:txBody>
        </p:sp>
      </p:grpSp>
      <p:grpSp>
        <p:nvGrpSpPr>
          <p:cNvPr id="309" name="Date Placeholder 3"/>
          <p:cNvGrpSpPr/>
          <p:nvPr/>
        </p:nvGrpSpPr>
        <p:grpSpPr>
          <a:xfrm>
            <a:off x="6431399" y="6594115"/>
            <a:ext cx="5322603" cy="311407"/>
            <a:chOff x="0" y="0"/>
            <a:chExt cx="5322601" cy="311405"/>
          </a:xfrm>
        </p:grpSpPr>
        <p:sp>
          <p:nvSpPr>
            <p:cNvPr id="307" name="Rectangle"/>
            <p:cNvSpPr/>
            <p:nvPr/>
          </p:nvSpPr>
          <p:spPr>
            <a:xfrm>
              <a:off x="-1" y="47883"/>
              <a:ext cx="5322602" cy="215643"/>
            </a:xfrm>
            <a:prstGeom prst="rect">
              <a:avLst/>
            </a:prstGeom>
            <a:solidFill>
              <a:srgbClr val="00808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pc="-1" sz="1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08" name="Srinivasa Ramanujan Institute of Technology"/>
            <p:cNvSpPr txBox="1"/>
            <p:nvPr/>
          </p:nvSpPr>
          <p:spPr>
            <a:xfrm>
              <a:off x="45718" y="-1"/>
              <a:ext cx="5231163" cy="3114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cap="small" spc="-1" sz="16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Srinivasa Ramanujan Institute of Technology</a:t>
              </a:r>
            </a:p>
          </p:txBody>
        </p:sp>
      </p:grpSp>
      <p:grpSp>
        <p:nvGrpSpPr>
          <p:cNvPr id="312" name="Date Placeholder 3"/>
          <p:cNvGrpSpPr/>
          <p:nvPr/>
        </p:nvGrpSpPr>
        <p:grpSpPr>
          <a:xfrm>
            <a:off x="-1" y="-33346"/>
            <a:ext cx="12191764" cy="299247"/>
            <a:chOff x="0" y="-1"/>
            <a:chExt cx="12191762" cy="299245"/>
          </a:xfrm>
        </p:grpSpPr>
        <p:sp>
          <p:nvSpPr>
            <p:cNvPr id="310" name="Rectangle"/>
            <p:cNvSpPr/>
            <p:nvPr/>
          </p:nvSpPr>
          <p:spPr>
            <a:xfrm>
              <a:off x="0" y="33343"/>
              <a:ext cx="12191764" cy="232562"/>
            </a:xfrm>
            <a:prstGeom prst="rect">
              <a:avLst/>
            </a:prstGeom>
            <a:solidFill>
              <a:srgbClr val="00666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pc="-1" sz="15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11" name="Title of the Project"/>
            <p:cNvSpPr txBox="1"/>
            <p:nvPr/>
          </p:nvSpPr>
          <p:spPr>
            <a:xfrm>
              <a:off x="45718" y="-2"/>
              <a:ext cx="12100326" cy="2992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i="1" spc="-1" sz="15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Title of the Project</a:t>
              </a:r>
            </a:p>
          </p:txBody>
        </p:sp>
      </p:grpSp>
      <p:pic>
        <p:nvPicPr>
          <p:cNvPr id="313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506320" y="5956200"/>
            <a:ext cx="685442" cy="68544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16" name="Date Placeholder 3"/>
          <p:cNvGrpSpPr/>
          <p:nvPr/>
        </p:nvGrpSpPr>
        <p:grpSpPr>
          <a:xfrm>
            <a:off x="0" y="6594343"/>
            <a:ext cx="932815" cy="311407"/>
            <a:chOff x="0" y="0"/>
            <a:chExt cx="932813" cy="311405"/>
          </a:xfrm>
        </p:grpSpPr>
        <p:sp>
          <p:nvSpPr>
            <p:cNvPr id="314" name="Rectangle"/>
            <p:cNvSpPr/>
            <p:nvPr/>
          </p:nvSpPr>
          <p:spPr>
            <a:xfrm>
              <a:off x="0" y="48388"/>
              <a:ext cx="932815" cy="214633"/>
            </a:xfrm>
            <a:prstGeom prst="rect">
              <a:avLst/>
            </a:prstGeom>
            <a:solidFill>
              <a:srgbClr val="C55A1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pc="-1" sz="1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15" name="A - XX"/>
            <p:cNvSpPr txBox="1"/>
            <p:nvPr/>
          </p:nvSpPr>
          <p:spPr>
            <a:xfrm>
              <a:off x="45719" y="-1"/>
              <a:ext cx="841377" cy="3114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cap="small" spc="-1" sz="16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A - XX</a:t>
              </a:r>
            </a:p>
          </p:txBody>
        </p:sp>
      </p:grpSp>
      <p:sp>
        <p:nvSpPr>
          <p:cNvPr id="317" name="Title Text"/>
          <p:cNvSpPr txBox="1"/>
          <p:nvPr>
            <p:ph type="title"/>
          </p:nvPr>
        </p:nvSpPr>
        <p:spPr>
          <a:xfrm>
            <a:off x="0" y="232918"/>
            <a:ext cx="12191760" cy="714602"/>
          </a:xfrm>
          <a:prstGeom prst="rect">
            <a:avLst/>
          </a:prstGeom>
          <a:effectLst>
            <a:outerShdw sx="100000" sy="100000" kx="0" ky="0" algn="b" rotWithShape="0" blurRad="38100" dist="28080" dir="5400000">
              <a:srgbClr val="000000">
                <a:alpha val="32000"/>
              </a:srgbClr>
            </a:outerShdw>
          </a:effectLst>
        </p:spPr>
        <p:txBody>
          <a:bodyPr>
            <a:normAutofit fontScale="100000" lnSpcReduction="0"/>
          </a:bodyPr>
          <a:lstStyle>
            <a:lvl1pPr>
              <a:defRPr spc="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18" name="Body Level One…"/>
          <p:cNvSpPr txBox="1"/>
          <p:nvPr>
            <p:ph type="body" sz="quarter" idx="1"/>
          </p:nvPr>
        </p:nvSpPr>
        <p:spPr>
          <a:xfrm>
            <a:off x="199439" y="1097280"/>
            <a:ext cx="5747762" cy="2572922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ClrTx/>
              <a:buSzTx/>
              <a:buNone/>
              <a:defRPr spc="0" sz="1800">
                <a:latin typeface="+mn-lt"/>
                <a:ea typeface="+mn-ea"/>
                <a:cs typeface="+mn-cs"/>
                <a:sym typeface="Helvetica"/>
              </a:defRPr>
            </a:lvl1pPr>
            <a:lvl2pPr indent="0" algn="l">
              <a:spcBef>
                <a:spcPts val="0"/>
              </a:spcBef>
              <a:buClrTx/>
              <a:defRPr spc="0" sz="1800">
                <a:latin typeface="+mn-lt"/>
                <a:ea typeface="+mn-ea"/>
                <a:cs typeface="+mn-cs"/>
                <a:sym typeface="Helvetica"/>
              </a:defRPr>
            </a:lvl2pPr>
            <a:lvl3pPr indent="0" algn="l">
              <a:spcBef>
                <a:spcPts val="0"/>
              </a:spcBef>
              <a:buClrTx/>
              <a:defRPr spc="0" sz="1800">
                <a:latin typeface="+mn-lt"/>
                <a:ea typeface="+mn-ea"/>
                <a:cs typeface="+mn-cs"/>
                <a:sym typeface="Helvetica"/>
              </a:defRPr>
            </a:lvl3pPr>
            <a:lvl4pPr indent="0" algn="l">
              <a:spcBef>
                <a:spcPts val="0"/>
              </a:spcBef>
              <a:buClrTx/>
              <a:defRPr spc="0" sz="1800">
                <a:latin typeface="+mn-lt"/>
                <a:ea typeface="+mn-ea"/>
                <a:cs typeface="+mn-cs"/>
                <a:sym typeface="Helvetica"/>
              </a:defRPr>
            </a:lvl4pPr>
            <a:lvl5pPr indent="0" algn="l">
              <a:spcBef>
                <a:spcPts val="0"/>
              </a:spcBef>
              <a:buClrTx/>
              <a:defRPr spc="0" sz="1800"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9" name="Slide Number"/>
          <p:cNvSpPr txBox="1"/>
          <p:nvPr>
            <p:ph type="sldNum" sz="quarter" idx="2"/>
          </p:nvPr>
        </p:nvSpPr>
        <p:spPr>
          <a:xfrm>
            <a:off x="11623040" y="6594347"/>
            <a:ext cx="568962" cy="311407"/>
          </a:xfrm>
          <a:prstGeom prst="rect">
            <a:avLst/>
          </a:prstGeom>
          <a:solidFill>
            <a:schemeClr val="accent4"/>
          </a:solidFill>
        </p:spPr>
        <p:txBody>
          <a:bodyPr wrap="square"/>
          <a:lstStyle>
            <a:lvl1pPr algn="ctr">
              <a:defRPr b="1" spc="-1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8" name="Date Placeholder 3"/>
          <p:cNvGrpSpPr/>
          <p:nvPr/>
        </p:nvGrpSpPr>
        <p:grpSpPr>
          <a:xfrm>
            <a:off x="777238" y="6594474"/>
            <a:ext cx="5653804" cy="311406"/>
            <a:chOff x="0" y="0"/>
            <a:chExt cx="5653802" cy="311405"/>
          </a:xfrm>
        </p:grpSpPr>
        <p:sp>
          <p:nvSpPr>
            <p:cNvPr id="326" name="Rectangle"/>
            <p:cNvSpPr/>
            <p:nvPr/>
          </p:nvSpPr>
          <p:spPr>
            <a:xfrm>
              <a:off x="-1" y="48243"/>
              <a:ext cx="5653804" cy="214923"/>
            </a:xfrm>
            <a:prstGeom prst="rect">
              <a:avLst/>
            </a:prstGeom>
            <a:solidFill>
              <a:srgbClr val="00206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pc="-1" sz="1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27" name="Dept. of Computer Science and Engineering"/>
            <p:cNvSpPr txBox="1"/>
            <p:nvPr/>
          </p:nvSpPr>
          <p:spPr>
            <a:xfrm>
              <a:off x="45719" y="-1"/>
              <a:ext cx="5562365" cy="3114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cap="small" spc="-1" sz="16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Dept. of Computer Science and Engineering</a:t>
              </a:r>
            </a:p>
          </p:txBody>
        </p:sp>
      </p:grpSp>
      <p:grpSp>
        <p:nvGrpSpPr>
          <p:cNvPr id="331" name="Date Placeholder 3"/>
          <p:cNvGrpSpPr/>
          <p:nvPr/>
        </p:nvGrpSpPr>
        <p:grpSpPr>
          <a:xfrm>
            <a:off x="6431399" y="6594115"/>
            <a:ext cx="5322603" cy="311407"/>
            <a:chOff x="0" y="0"/>
            <a:chExt cx="5322601" cy="311405"/>
          </a:xfrm>
        </p:grpSpPr>
        <p:sp>
          <p:nvSpPr>
            <p:cNvPr id="329" name="Rectangle"/>
            <p:cNvSpPr/>
            <p:nvPr/>
          </p:nvSpPr>
          <p:spPr>
            <a:xfrm>
              <a:off x="-1" y="47883"/>
              <a:ext cx="5322602" cy="215643"/>
            </a:xfrm>
            <a:prstGeom prst="rect">
              <a:avLst/>
            </a:prstGeom>
            <a:solidFill>
              <a:srgbClr val="00808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pc="-1" sz="1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30" name="Srinivasa Ramanujan Institute of Technology"/>
            <p:cNvSpPr txBox="1"/>
            <p:nvPr/>
          </p:nvSpPr>
          <p:spPr>
            <a:xfrm>
              <a:off x="45718" y="-1"/>
              <a:ext cx="5231163" cy="3114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cap="small" spc="-1" sz="16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Srinivasa Ramanujan Institute of Technology</a:t>
              </a:r>
            </a:p>
          </p:txBody>
        </p:sp>
      </p:grpSp>
      <p:grpSp>
        <p:nvGrpSpPr>
          <p:cNvPr id="334" name="Date Placeholder 3"/>
          <p:cNvGrpSpPr/>
          <p:nvPr/>
        </p:nvGrpSpPr>
        <p:grpSpPr>
          <a:xfrm>
            <a:off x="-1" y="-33346"/>
            <a:ext cx="12191764" cy="299247"/>
            <a:chOff x="0" y="-1"/>
            <a:chExt cx="12191762" cy="299245"/>
          </a:xfrm>
        </p:grpSpPr>
        <p:sp>
          <p:nvSpPr>
            <p:cNvPr id="332" name="Rectangle"/>
            <p:cNvSpPr/>
            <p:nvPr/>
          </p:nvSpPr>
          <p:spPr>
            <a:xfrm>
              <a:off x="0" y="33343"/>
              <a:ext cx="12191764" cy="232562"/>
            </a:xfrm>
            <a:prstGeom prst="rect">
              <a:avLst/>
            </a:prstGeom>
            <a:solidFill>
              <a:srgbClr val="00666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pc="-1" sz="15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33" name="Title of the Project"/>
            <p:cNvSpPr txBox="1"/>
            <p:nvPr/>
          </p:nvSpPr>
          <p:spPr>
            <a:xfrm>
              <a:off x="45718" y="-2"/>
              <a:ext cx="12100326" cy="2992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i="1" spc="-1" sz="15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Title of the Project</a:t>
              </a:r>
            </a:p>
          </p:txBody>
        </p:sp>
      </p:grpSp>
      <p:pic>
        <p:nvPicPr>
          <p:cNvPr id="335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506320" y="5956200"/>
            <a:ext cx="685442" cy="68544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38" name="Date Placeholder 3"/>
          <p:cNvGrpSpPr/>
          <p:nvPr/>
        </p:nvGrpSpPr>
        <p:grpSpPr>
          <a:xfrm>
            <a:off x="0" y="6594343"/>
            <a:ext cx="932815" cy="311407"/>
            <a:chOff x="0" y="0"/>
            <a:chExt cx="932813" cy="311405"/>
          </a:xfrm>
        </p:grpSpPr>
        <p:sp>
          <p:nvSpPr>
            <p:cNvPr id="336" name="Rectangle"/>
            <p:cNvSpPr/>
            <p:nvPr/>
          </p:nvSpPr>
          <p:spPr>
            <a:xfrm>
              <a:off x="0" y="48388"/>
              <a:ext cx="932815" cy="214633"/>
            </a:xfrm>
            <a:prstGeom prst="rect">
              <a:avLst/>
            </a:prstGeom>
            <a:solidFill>
              <a:srgbClr val="C55A1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pc="-1" sz="1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37" name="A - XX"/>
            <p:cNvSpPr txBox="1"/>
            <p:nvPr/>
          </p:nvSpPr>
          <p:spPr>
            <a:xfrm>
              <a:off x="45719" y="-1"/>
              <a:ext cx="841377" cy="3114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cap="small" spc="-1" sz="16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A - XX</a:t>
              </a:r>
            </a:p>
          </p:txBody>
        </p:sp>
      </p:grpSp>
      <p:sp>
        <p:nvSpPr>
          <p:cNvPr id="339" name="Title Text"/>
          <p:cNvSpPr txBox="1"/>
          <p:nvPr>
            <p:ph type="title"/>
          </p:nvPr>
        </p:nvSpPr>
        <p:spPr>
          <a:xfrm>
            <a:off x="0" y="232918"/>
            <a:ext cx="12191760" cy="714602"/>
          </a:xfrm>
          <a:prstGeom prst="rect">
            <a:avLst/>
          </a:prstGeom>
          <a:effectLst>
            <a:outerShdw sx="100000" sy="100000" kx="0" ky="0" algn="b" rotWithShape="0" blurRad="38100" dist="28080" dir="5400000">
              <a:srgbClr val="000000">
                <a:alpha val="32000"/>
              </a:srgbClr>
            </a:outerShdw>
          </a:effectLst>
        </p:spPr>
        <p:txBody>
          <a:bodyPr>
            <a:normAutofit fontScale="100000" lnSpcReduction="0"/>
          </a:bodyPr>
          <a:lstStyle>
            <a:lvl1pPr>
              <a:defRPr spc="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40" name="Body Level One…"/>
          <p:cNvSpPr txBox="1"/>
          <p:nvPr>
            <p:ph type="body" sz="half" idx="1"/>
          </p:nvPr>
        </p:nvSpPr>
        <p:spPr>
          <a:xfrm>
            <a:off x="199439" y="1097280"/>
            <a:ext cx="11778841" cy="2572922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ClrTx/>
              <a:buSzTx/>
              <a:buNone/>
              <a:defRPr spc="0" sz="1800">
                <a:latin typeface="+mn-lt"/>
                <a:ea typeface="+mn-ea"/>
                <a:cs typeface="+mn-cs"/>
                <a:sym typeface="Helvetica"/>
              </a:defRPr>
            </a:lvl1pPr>
            <a:lvl2pPr indent="0" algn="l">
              <a:spcBef>
                <a:spcPts val="0"/>
              </a:spcBef>
              <a:buClrTx/>
              <a:defRPr spc="0" sz="1800">
                <a:latin typeface="+mn-lt"/>
                <a:ea typeface="+mn-ea"/>
                <a:cs typeface="+mn-cs"/>
                <a:sym typeface="Helvetica"/>
              </a:defRPr>
            </a:lvl2pPr>
            <a:lvl3pPr indent="0" algn="l">
              <a:spcBef>
                <a:spcPts val="0"/>
              </a:spcBef>
              <a:buClrTx/>
              <a:defRPr spc="0" sz="1800">
                <a:latin typeface="+mn-lt"/>
                <a:ea typeface="+mn-ea"/>
                <a:cs typeface="+mn-cs"/>
                <a:sym typeface="Helvetica"/>
              </a:defRPr>
            </a:lvl3pPr>
            <a:lvl4pPr indent="0" algn="l">
              <a:spcBef>
                <a:spcPts val="0"/>
              </a:spcBef>
              <a:buClrTx/>
              <a:defRPr spc="0" sz="1800">
                <a:latin typeface="+mn-lt"/>
                <a:ea typeface="+mn-ea"/>
                <a:cs typeface="+mn-cs"/>
                <a:sym typeface="Helvetica"/>
              </a:defRPr>
            </a:lvl4pPr>
            <a:lvl5pPr indent="0" algn="l">
              <a:spcBef>
                <a:spcPts val="0"/>
              </a:spcBef>
              <a:buClrTx/>
              <a:defRPr spc="0" sz="1800"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41" name="Slide Number"/>
          <p:cNvSpPr txBox="1"/>
          <p:nvPr>
            <p:ph type="sldNum" sz="quarter" idx="2"/>
          </p:nvPr>
        </p:nvSpPr>
        <p:spPr>
          <a:xfrm>
            <a:off x="11623040" y="6594347"/>
            <a:ext cx="568962" cy="311407"/>
          </a:xfrm>
          <a:prstGeom prst="rect">
            <a:avLst/>
          </a:prstGeom>
          <a:solidFill>
            <a:schemeClr val="accent4"/>
          </a:solidFill>
        </p:spPr>
        <p:txBody>
          <a:bodyPr wrap="square"/>
          <a:lstStyle>
            <a:lvl1pPr algn="ctr">
              <a:defRPr b="1" spc="-1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Date Placeholder 3"/>
          <p:cNvGrpSpPr/>
          <p:nvPr/>
        </p:nvGrpSpPr>
        <p:grpSpPr>
          <a:xfrm>
            <a:off x="777238" y="6594474"/>
            <a:ext cx="5653804" cy="311406"/>
            <a:chOff x="0" y="0"/>
            <a:chExt cx="5653802" cy="311405"/>
          </a:xfrm>
        </p:grpSpPr>
        <p:sp>
          <p:nvSpPr>
            <p:cNvPr id="348" name="Rectangle"/>
            <p:cNvSpPr/>
            <p:nvPr/>
          </p:nvSpPr>
          <p:spPr>
            <a:xfrm>
              <a:off x="-1" y="48243"/>
              <a:ext cx="5653804" cy="214923"/>
            </a:xfrm>
            <a:prstGeom prst="rect">
              <a:avLst/>
            </a:prstGeom>
            <a:solidFill>
              <a:srgbClr val="00206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pc="-1" sz="1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49" name="Dept. of Computer Science and Engineering"/>
            <p:cNvSpPr txBox="1"/>
            <p:nvPr/>
          </p:nvSpPr>
          <p:spPr>
            <a:xfrm>
              <a:off x="45719" y="-1"/>
              <a:ext cx="5562365" cy="3114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cap="small" spc="-1" sz="16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Dept. of Computer Science and Engineering</a:t>
              </a:r>
            </a:p>
          </p:txBody>
        </p:sp>
      </p:grpSp>
      <p:grpSp>
        <p:nvGrpSpPr>
          <p:cNvPr id="353" name="Date Placeholder 3"/>
          <p:cNvGrpSpPr/>
          <p:nvPr/>
        </p:nvGrpSpPr>
        <p:grpSpPr>
          <a:xfrm>
            <a:off x="6431399" y="6594115"/>
            <a:ext cx="5322603" cy="311407"/>
            <a:chOff x="0" y="0"/>
            <a:chExt cx="5322601" cy="311405"/>
          </a:xfrm>
        </p:grpSpPr>
        <p:sp>
          <p:nvSpPr>
            <p:cNvPr id="351" name="Rectangle"/>
            <p:cNvSpPr/>
            <p:nvPr/>
          </p:nvSpPr>
          <p:spPr>
            <a:xfrm>
              <a:off x="-1" y="47883"/>
              <a:ext cx="5322602" cy="215643"/>
            </a:xfrm>
            <a:prstGeom prst="rect">
              <a:avLst/>
            </a:prstGeom>
            <a:solidFill>
              <a:srgbClr val="00808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pc="-1" sz="1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52" name="Srinivasa Ramanujan Institute of Technology"/>
            <p:cNvSpPr txBox="1"/>
            <p:nvPr/>
          </p:nvSpPr>
          <p:spPr>
            <a:xfrm>
              <a:off x="45718" y="-1"/>
              <a:ext cx="5231163" cy="3114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cap="small" spc="-1" sz="16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Srinivasa Ramanujan Institute of Technology</a:t>
              </a:r>
            </a:p>
          </p:txBody>
        </p:sp>
      </p:grpSp>
      <p:grpSp>
        <p:nvGrpSpPr>
          <p:cNvPr id="356" name="Date Placeholder 3"/>
          <p:cNvGrpSpPr/>
          <p:nvPr/>
        </p:nvGrpSpPr>
        <p:grpSpPr>
          <a:xfrm>
            <a:off x="-1" y="-33346"/>
            <a:ext cx="12191764" cy="299247"/>
            <a:chOff x="0" y="-1"/>
            <a:chExt cx="12191762" cy="299245"/>
          </a:xfrm>
        </p:grpSpPr>
        <p:sp>
          <p:nvSpPr>
            <p:cNvPr id="354" name="Rectangle"/>
            <p:cNvSpPr/>
            <p:nvPr/>
          </p:nvSpPr>
          <p:spPr>
            <a:xfrm>
              <a:off x="0" y="33343"/>
              <a:ext cx="12191764" cy="232562"/>
            </a:xfrm>
            <a:prstGeom prst="rect">
              <a:avLst/>
            </a:prstGeom>
            <a:solidFill>
              <a:srgbClr val="00666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pc="-1" sz="15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55" name="Title of the Project"/>
            <p:cNvSpPr txBox="1"/>
            <p:nvPr/>
          </p:nvSpPr>
          <p:spPr>
            <a:xfrm>
              <a:off x="45718" y="-2"/>
              <a:ext cx="12100326" cy="2992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i="1" spc="-1" sz="15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Title of the Project</a:t>
              </a:r>
            </a:p>
          </p:txBody>
        </p:sp>
      </p:grpSp>
      <p:pic>
        <p:nvPicPr>
          <p:cNvPr id="357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506320" y="5956200"/>
            <a:ext cx="685442" cy="68544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60" name="Date Placeholder 3"/>
          <p:cNvGrpSpPr/>
          <p:nvPr/>
        </p:nvGrpSpPr>
        <p:grpSpPr>
          <a:xfrm>
            <a:off x="0" y="6594343"/>
            <a:ext cx="932815" cy="311407"/>
            <a:chOff x="0" y="0"/>
            <a:chExt cx="932813" cy="311405"/>
          </a:xfrm>
        </p:grpSpPr>
        <p:sp>
          <p:nvSpPr>
            <p:cNvPr id="358" name="Rectangle"/>
            <p:cNvSpPr/>
            <p:nvPr/>
          </p:nvSpPr>
          <p:spPr>
            <a:xfrm>
              <a:off x="0" y="48388"/>
              <a:ext cx="932815" cy="214633"/>
            </a:xfrm>
            <a:prstGeom prst="rect">
              <a:avLst/>
            </a:prstGeom>
            <a:solidFill>
              <a:srgbClr val="C55A1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pc="-1" sz="1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59" name="A - XX"/>
            <p:cNvSpPr txBox="1"/>
            <p:nvPr/>
          </p:nvSpPr>
          <p:spPr>
            <a:xfrm>
              <a:off x="45719" y="-1"/>
              <a:ext cx="841377" cy="3114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cap="small" spc="-1" sz="16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A - XX</a:t>
              </a:r>
            </a:p>
          </p:txBody>
        </p:sp>
      </p:grpSp>
      <p:sp>
        <p:nvSpPr>
          <p:cNvPr id="361" name="Title Text"/>
          <p:cNvSpPr txBox="1"/>
          <p:nvPr>
            <p:ph type="title"/>
          </p:nvPr>
        </p:nvSpPr>
        <p:spPr>
          <a:xfrm>
            <a:off x="0" y="232918"/>
            <a:ext cx="12191760" cy="714602"/>
          </a:xfrm>
          <a:prstGeom prst="rect">
            <a:avLst/>
          </a:prstGeom>
          <a:effectLst>
            <a:outerShdw sx="100000" sy="100000" kx="0" ky="0" algn="b" rotWithShape="0" blurRad="38100" dist="28080" dir="5400000">
              <a:srgbClr val="000000">
                <a:alpha val="32000"/>
              </a:srgbClr>
            </a:outerShdw>
          </a:effectLst>
        </p:spPr>
        <p:txBody>
          <a:bodyPr>
            <a:normAutofit fontScale="100000" lnSpcReduction="0"/>
          </a:bodyPr>
          <a:lstStyle>
            <a:lvl1pPr>
              <a:defRPr spc="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62" name="Body Level One…"/>
          <p:cNvSpPr txBox="1"/>
          <p:nvPr>
            <p:ph type="body" sz="quarter" idx="1"/>
          </p:nvPr>
        </p:nvSpPr>
        <p:spPr>
          <a:xfrm>
            <a:off x="199439" y="1097280"/>
            <a:ext cx="5747762" cy="2572922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ClrTx/>
              <a:buSzTx/>
              <a:buNone/>
              <a:defRPr spc="0" sz="1800">
                <a:latin typeface="+mn-lt"/>
                <a:ea typeface="+mn-ea"/>
                <a:cs typeface="+mn-cs"/>
                <a:sym typeface="Helvetica"/>
              </a:defRPr>
            </a:lvl1pPr>
            <a:lvl2pPr indent="0" algn="l">
              <a:spcBef>
                <a:spcPts val="0"/>
              </a:spcBef>
              <a:buClrTx/>
              <a:defRPr spc="0" sz="1800">
                <a:latin typeface="+mn-lt"/>
                <a:ea typeface="+mn-ea"/>
                <a:cs typeface="+mn-cs"/>
                <a:sym typeface="Helvetica"/>
              </a:defRPr>
            </a:lvl2pPr>
            <a:lvl3pPr indent="0" algn="l">
              <a:spcBef>
                <a:spcPts val="0"/>
              </a:spcBef>
              <a:buClrTx/>
              <a:defRPr spc="0" sz="1800">
                <a:latin typeface="+mn-lt"/>
                <a:ea typeface="+mn-ea"/>
                <a:cs typeface="+mn-cs"/>
                <a:sym typeface="Helvetica"/>
              </a:defRPr>
            </a:lvl3pPr>
            <a:lvl4pPr indent="0" algn="l">
              <a:spcBef>
                <a:spcPts val="0"/>
              </a:spcBef>
              <a:buClrTx/>
              <a:defRPr spc="0" sz="1800">
                <a:latin typeface="+mn-lt"/>
                <a:ea typeface="+mn-ea"/>
                <a:cs typeface="+mn-cs"/>
                <a:sym typeface="Helvetica"/>
              </a:defRPr>
            </a:lvl4pPr>
            <a:lvl5pPr indent="0" algn="l">
              <a:spcBef>
                <a:spcPts val="0"/>
              </a:spcBef>
              <a:buClrTx/>
              <a:defRPr spc="0" sz="1800"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63" name="Slide Number"/>
          <p:cNvSpPr txBox="1"/>
          <p:nvPr>
            <p:ph type="sldNum" sz="quarter" idx="2"/>
          </p:nvPr>
        </p:nvSpPr>
        <p:spPr>
          <a:xfrm>
            <a:off x="11623040" y="6594347"/>
            <a:ext cx="568962" cy="311407"/>
          </a:xfrm>
          <a:prstGeom prst="rect">
            <a:avLst/>
          </a:prstGeom>
          <a:solidFill>
            <a:schemeClr val="accent4"/>
          </a:solidFill>
        </p:spPr>
        <p:txBody>
          <a:bodyPr wrap="square"/>
          <a:lstStyle>
            <a:lvl1pPr algn="ctr">
              <a:defRPr b="1" spc="-1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" name="Date Placeholder 3"/>
          <p:cNvGrpSpPr/>
          <p:nvPr/>
        </p:nvGrpSpPr>
        <p:grpSpPr>
          <a:xfrm>
            <a:off x="777238" y="6594474"/>
            <a:ext cx="5653804" cy="311406"/>
            <a:chOff x="0" y="0"/>
            <a:chExt cx="5653802" cy="311405"/>
          </a:xfrm>
        </p:grpSpPr>
        <p:sp>
          <p:nvSpPr>
            <p:cNvPr id="370" name="Rectangle"/>
            <p:cNvSpPr/>
            <p:nvPr/>
          </p:nvSpPr>
          <p:spPr>
            <a:xfrm>
              <a:off x="-1" y="48243"/>
              <a:ext cx="5653804" cy="214923"/>
            </a:xfrm>
            <a:prstGeom prst="rect">
              <a:avLst/>
            </a:prstGeom>
            <a:solidFill>
              <a:srgbClr val="00206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pc="-1" sz="1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71" name="Dept. of Computer Science and Engineering"/>
            <p:cNvSpPr txBox="1"/>
            <p:nvPr/>
          </p:nvSpPr>
          <p:spPr>
            <a:xfrm>
              <a:off x="45719" y="-1"/>
              <a:ext cx="5562365" cy="3114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cap="small" spc="-1" sz="16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Dept. of Computer Science and Engineering</a:t>
              </a:r>
            </a:p>
          </p:txBody>
        </p:sp>
      </p:grpSp>
      <p:grpSp>
        <p:nvGrpSpPr>
          <p:cNvPr id="375" name="Date Placeholder 3"/>
          <p:cNvGrpSpPr/>
          <p:nvPr/>
        </p:nvGrpSpPr>
        <p:grpSpPr>
          <a:xfrm>
            <a:off x="6431399" y="6594115"/>
            <a:ext cx="5322603" cy="311407"/>
            <a:chOff x="0" y="0"/>
            <a:chExt cx="5322601" cy="311405"/>
          </a:xfrm>
        </p:grpSpPr>
        <p:sp>
          <p:nvSpPr>
            <p:cNvPr id="373" name="Rectangle"/>
            <p:cNvSpPr/>
            <p:nvPr/>
          </p:nvSpPr>
          <p:spPr>
            <a:xfrm>
              <a:off x="-1" y="47883"/>
              <a:ext cx="5322602" cy="215643"/>
            </a:xfrm>
            <a:prstGeom prst="rect">
              <a:avLst/>
            </a:prstGeom>
            <a:solidFill>
              <a:srgbClr val="00808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pc="-1" sz="1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74" name="Srinivasa Ramanujan Institute of Technology"/>
            <p:cNvSpPr txBox="1"/>
            <p:nvPr/>
          </p:nvSpPr>
          <p:spPr>
            <a:xfrm>
              <a:off x="45718" y="-1"/>
              <a:ext cx="5231163" cy="3114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cap="small" spc="-1" sz="16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Srinivasa Ramanujan Institute of Technology</a:t>
              </a:r>
            </a:p>
          </p:txBody>
        </p:sp>
      </p:grpSp>
      <p:grpSp>
        <p:nvGrpSpPr>
          <p:cNvPr id="378" name="Date Placeholder 3"/>
          <p:cNvGrpSpPr/>
          <p:nvPr/>
        </p:nvGrpSpPr>
        <p:grpSpPr>
          <a:xfrm>
            <a:off x="-1" y="-33346"/>
            <a:ext cx="12191764" cy="299247"/>
            <a:chOff x="0" y="-1"/>
            <a:chExt cx="12191762" cy="299245"/>
          </a:xfrm>
        </p:grpSpPr>
        <p:sp>
          <p:nvSpPr>
            <p:cNvPr id="376" name="Rectangle"/>
            <p:cNvSpPr/>
            <p:nvPr/>
          </p:nvSpPr>
          <p:spPr>
            <a:xfrm>
              <a:off x="0" y="33343"/>
              <a:ext cx="12191764" cy="232562"/>
            </a:xfrm>
            <a:prstGeom prst="rect">
              <a:avLst/>
            </a:prstGeom>
            <a:solidFill>
              <a:srgbClr val="00666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pc="-1" sz="15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77" name="Title of the Project"/>
            <p:cNvSpPr txBox="1"/>
            <p:nvPr/>
          </p:nvSpPr>
          <p:spPr>
            <a:xfrm>
              <a:off x="45718" y="-2"/>
              <a:ext cx="12100326" cy="2992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i="1" spc="-1" sz="15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Title of the Project</a:t>
              </a:r>
            </a:p>
          </p:txBody>
        </p:sp>
      </p:grpSp>
      <p:pic>
        <p:nvPicPr>
          <p:cNvPr id="379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506320" y="5956200"/>
            <a:ext cx="685442" cy="68544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82" name="Date Placeholder 3"/>
          <p:cNvGrpSpPr/>
          <p:nvPr/>
        </p:nvGrpSpPr>
        <p:grpSpPr>
          <a:xfrm>
            <a:off x="0" y="6594343"/>
            <a:ext cx="932815" cy="311407"/>
            <a:chOff x="0" y="0"/>
            <a:chExt cx="932813" cy="311405"/>
          </a:xfrm>
        </p:grpSpPr>
        <p:sp>
          <p:nvSpPr>
            <p:cNvPr id="380" name="Rectangle"/>
            <p:cNvSpPr/>
            <p:nvPr/>
          </p:nvSpPr>
          <p:spPr>
            <a:xfrm>
              <a:off x="0" y="48388"/>
              <a:ext cx="932815" cy="214633"/>
            </a:xfrm>
            <a:prstGeom prst="rect">
              <a:avLst/>
            </a:prstGeom>
            <a:solidFill>
              <a:srgbClr val="C55A1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pc="-1" sz="16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81" name="A - XX"/>
            <p:cNvSpPr txBox="1"/>
            <p:nvPr/>
          </p:nvSpPr>
          <p:spPr>
            <a:xfrm>
              <a:off x="45719" y="-1"/>
              <a:ext cx="841377" cy="3114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cap="small" spc="-1" sz="16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A - XX</a:t>
              </a:r>
            </a:p>
          </p:txBody>
        </p:sp>
      </p:grpSp>
      <p:sp>
        <p:nvSpPr>
          <p:cNvPr id="383" name="Title Text"/>
          <p:cNvSpPr txBox="1"/>
          <p:nvPr>
            <p:ph type="title"/>
          </p:nvPr>
        </p:nvSpPr>
        <p:spPr>
          <a:xfrm>
            <a:off x="0" y="232918"/>
            <a:ext cx="12191760" cy="714602"/>
          </a:xfrm>
          <a:prstGeom prst="rect">
            <a:avLst/>
          </a:prstGeom>
          <a:effectLst>
            <a:outerShdw sx="100000" sy="100000" kx="0" ky="0" algn="b" rotWithShape="0" blurRad="38100" dist="28080" dir="5400000">
              <a:srgbClr val="000000">
                <a:alpha val="32000"/>
              </a:srgbClr>
            </a:outerShdw>
          </a:effectLst>
        </p:spPr>
        <p:txBody>
          <a:bodyPr>
            <a:normAutofit fontScale="100000" lnSpcReduction="0"/>
          </a:bodyPr>
          <a:lstStyle>
            <a:lvl1pPr>
              <a:defRPr spc="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84" name="Body Level One…"/>
          <p:cNvSpPr txBox="1"/>
          <p:nvPr>
            <p:ph type="body" sz="quarter" idx="1"/>
          </p:nvPr>
        </p:nvSpPr>
        <p:spPr>
          <a:xfrm>
            <a:off x="199439" y="1097280"/>
            <a:ext cx="3792602" cy="2572922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ClrTx/>
              <a:buSzTx/>
              <a:buNone/>
              <a:defRPr spc="0" sz="1800">
                <a:latin typeface="+mn-lt"/>
                <a:ea typeface="+mn-ea"/>
                <a:cs typeface="+mn-cs"/>
                <a:sym typeface="Helvetica"/>
              </a:defRPr>
            </a:lvl1pPr>
            <a:lvl2pPr indent="0" algn="l">
              <a:spcBef>
                <a:spcPts val="0"/>
              </a:spcBef>
              <a:buClrTx/>
              <a:defRPr spc="0" sz="1800">
                <a:latin typeface="+mn-lt"/>
                <a:ea typeface="+mn-ea"/>
                <a:cs typeface="+mn-cs"/>
                <a:sym typeface="Helvetica"/>
              </a:defRPr>
            </a:lvl2pPr>
            <a:lvl3pPr indent="0" algn="l">
              <a:spcBef>
                <a:spcPts val="0"/>
              </a:spcBef>
              <a:buClrTx/>
              <a:defRPr spc="0" sz="1800">
                <a:latin typeface="+mn-lt"/>
                <a:ea typeface="+mn-ea"/>
                <a:cs typeface="+mn-cs"/>
                <a:sym typeface="Helvetica"/>
              </a:defRPr>
            </a:lvl3pPr>
            <a:lvl4pPr indent="0" algn="l">
              <a:spcBef>
                <a:spcPts val="0"/>
              </a:spcBef>
              <a:buClrTx/>
              <a:defRPr spc="0" sz="1800">
                <a:latin typeface="+mn-lt"/>
                <a:ea typeface="+mn-ea"/>
                <a:cs typeface="+mn-cs"/>
                <a:sym typeface="Helvetica"/>
              </a:defRPr>
            </a:lvl4pPr>
            <a:lvl5pPr indent="0" algn="l">
              <a:spcBef>
                <a:spcPts val="0"/>
              </a:spcBef>
              <a:buClrTx/>
              <a:defRPr spc="0" sz="1800"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85" name="Slide Number"/>
          <p:cNvSpPr txBox="1"/>
          <p:nvPr>
            <p:ph type="sldNum" sz="quarter" idx="2"/>
          </p:nvPr>
        </p:nvSpPr>
        <p:spPr>
          <a:xfrm>
            <a:off x="11623040" y="6594347"/>
            <a:ext cx="568962" cy="311407"/>
          </a:xfrm>
          <a:prstGeom prst="rect">
            <a:avLst/>
          </a:prstGeom>
          <a:solidFill>
            <a:schemeClr val="accent4"/>
          </a:solidFill>
        </p:spPr>
        <p:txBody>
          <a:bodyPr wrap="square"/>
          <a:lstStyle>
            <a:lvl1pPr algn="ctr">
              <a:defRPr b="1" spc="-1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/>
          <p:nvPr/>
        </p:nvSpPr>
        <p:spPr>
          <a:xfrm>
            <a:off x="777240" y="6634440"/>
            <a:ext cx="5781600" cy="220680"/>
          </a:xfrm>
          <a:prstGeom prst="rect">
            <a:avLst/>
          </a:prstGeom>
          <a:solidFill>
            <a:srgbClr val="002060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3" name="Date Placeholder 3"/>
          <p:cNvSpPr/>
          <p:nvPr/>
        </p:nvSpPr>
        <p:spPr>
          <a:xfrm>
            <a:off x="6559198" y="6634440"/>
            <a:ext cx="5194802" cy="220680"/>
          </a:xfrm>
          <a:prstGeom prst="rect">
            <a:avLst/>
          </a:prstGeom>
          <a:solidFill>
            <a:srgbClr val="008080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4" name="Date Placeholder 3"/>
          <p:cNvSpPr/>
          <p:nvPr/>
        </p:nvSpPr>
        <p:spPr>
          <a:xfrm>
            <a:off x="11754360" y="6636960"/>
            <a:ext cx="437402" cy="22068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5" name="Date Placeholder 3"/>
          <p:cNvSpPr/>
          <p:nvPr/>
        </p:nvSpPr>
        <p:spPr>
          <a:xfrm>
            <a:off x="-2" y="-1"/>
            <a:ext cx="12191764" cy="232561"/>
          </a:xfrm>
          <a:prstGeom prst="rect">
            <a:avLst/>
          </a:prstGeom>
          <a:solidFill>
            <a:srgbClr val="006666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6" name="Date Placeholder 3"/>
          <p:cNvSpPr/>
          <p:nvPr/>
        </p:nvSpPr>
        <p:spPr>
          <a:xfrm>
            <a:off x="-1" y="6634440"/>
            <a:ext cx="776882" cy="221041"/>
          </a:xfrm>
          <a:prstGeom prst="rect">
            <a:avLst/>
          </a:prstGeom>
          <a:solidFill>
            <a:srgbClr val="C55A11"/>
          </a:solidFill>
          <a:ln w="12700">
            <a:miter lim="400000"/>
          </a:ln>
        </p:spPr>
        <p:txBody>
          <a:bodyPr lIns="0" tIns="0" rIns="0" bIns="0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7" name="Title Text"/>
          <p:cNvSpPr txBox="1"/>
          <p:nvPr>
            <p:ph type="title"/>
          </p:nvPr>
        </p:nvSpPr>
        <p:spPr>
          <a:xfrm>
            <a:off x="1826683" y="769937"/>
            <a:ext cx="9753601" cy="1668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/>
            <a:r>
              <a:t>Title Text</a:t>
            </a:r>
          </a:p>
        </p:txBody>
      </p:sp>
      <p:sp>
        <p:nvSpPr>
          <p:cNvPr id="8" name="Body Level One…"/>
          <p:cNvSpPr txBox="1"/>
          <p:nvPr>
            <p:ph type="body" idx="1"/>
          </p:nvPr>
        </p:nvSpPr>
        <p:spPr>
          <a:xfrm>
            <a:off x="6805083" y="2438400"/>
            <a:ext cx="4775201" cy="441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" name="Slide Number"/>
          <p:cNvSpPr txBox="1"/>
          <p:nvPr>
            <p:ph type="sldNum" sz="quarter" idx="2"/>
          </p:nvPr>
        </p:nvSpPr>
        <p:spPr>
          <a:xfrm>
            <a:off x="8463946" y="6224224"/>
            <a:ext cx="273654" cy="26425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431800" marR="0" indent="-323850" algn="just" defTabSz="914400" rtl="0" latinLnBrk="0">
        <a:lnSpc>
          <a:spcPct val="100000"/>
        </a:lnSpc>
        <a:spcBef>
          <a:spcPts val="1400"/>
        </a:spcBef>
        <a:spcAft>
          <a:spcPts val="0"/>
        </a:spcAft>
        <a:buClr>
          <a:srgbClr val="000000"/>
        </a:buClr>
        <a:buSzPct val="45000"/>
        <a:buFontTx/>
        <a:buChar char="●"/>
        <a:tabLst/>
        <a:defRPr b="0" baseline="0" cap="none" i="0" spc="-1" strike="noStrike" sz="2800" u="none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1pPr>
      <a:lvl2pPr marL="0" marR="0" indent="540386" algn="just" defTabSz="914400" rtl="0" latinLnBrk="0">
        <a:lnSpc>
          <a:spcPct val="100000"/>
        </a:lnSpc>
        <a:spcBef>
          <a:spcPts val="1400"/>
        </a:spcBef>
        <a:spcAft>
          <a:spcPts val="0"/>
        </a:spcAft>
        <a:buClr>
          <a:srgbClr val="000000"/>
        </a:buClr>
        <a:buSzTx/>
        <a:buFontTx/>
        <a:buNone/>
        <a:tabLst/>
        <a:defRPr b="0" baseline="0" cap="none" i="0" spc="-1" strike="noStrike" sz="2800" u="none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2pPr>
      <a:lvl3pPr marL="0" marR="0" indent="1007744" algn="just" defTabSz="914400" rtl="0" latinLnBrk="0">
        <a:lnSpc>
          <a:spcPct val="100000"/>
        </a:lnSpc>
        <a:spcBef>
          <a:spcPts val="1400"/>
        </a:spcBef>
        <a:spcAft>
          <a:spcPts val="0"/>
        </a:spcAft>
        <a:buClr>
          <a:srgbClr val="000000"/>
        </a:buClr>
        <a:buSzTx/>
        <a:buFontTx/>
        <a:buNone/>
        <a:tabLst/>
        <a:defRPr b="0" baseline="0" cap="none" i="0" spc="-1" strike="noStrike" sz="2800" u="none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3pPr>
      <a:lvl4pPr marL="0" marR="0" indent="1511935" algn="just" defTabSz="914400" rtl="0" latinLnBrk="0">
        <a:lnSpc>
          <a:spcPct val="100000"/>
        </a:lnSpc>
        <a:spcBef>
          <a:spcPts val="1400"/>
        </a:spcBef>
        <a:spcAft>
          <a:spcPts val="0"/>
        </a:spcAft>
        <a:buClr>
          <a:srgbClr val="000000"/>
        </a:buClr>
        <a:buSzTx/>
        <a:buFontTx/>
        <a:buNone/>
        <a:tabLst/>
        <a:defRPr b="0" baseline="0" cap="none" i="0" spc="-1" strike="noStrike" sz="2800" u="none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4pPr>
      <a:lvl5pPr marL="0" marR="0" indent="1944369" algn="just" defTabSz="914400" rtl="0" latinLnBrk="0">
        <a:lnSpc>
          <a:spcPct val="100000"/>
        </a:lnSpc>
        <a:spcBef>
          <a:spcPts val="1400"/>
        </a:spcBef>
        <a:spcAft>
          <a:spcPts val="0"/>
        </a:spcAft>
        <a:buClr>
          <a:srgbClr val="000000"/>
        </a:buClr>
        <a:buSzTx/>
        <a:buFontTx/>
        <a:buNone/>
        <a:tabLst/>
        <a:defRPr b="0" baseline="0" cap="none" i="0" spc="-1" strike="noStrike" sz="2800" u="none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5pPr>
      <a:lvl6pPr marL="0" marR="0" indent="2376169" algn="just" defTabSz="914400" rtl="0" latinLnBrk="0">
        <a:lnSpc>
          <a:spcPct val="100000"/>
        </a:lnSpc>
        <a:spcBef>
          <a:spcPts val="1400"/>
        </a:spcBef>
        <a:spcAft>
          <a:spcPts val="0"/>
        </a:spcAft>
        <a:buClr>
          <a:srgbClr val="000000"/>
        </a:buClr>
        <a:buSzTx/>
        <a:buFontTx/>
        <a:buNone/>
        <a:tabLst/>
        <a:defRPr b="0" baseline="0" cap="none" i="0" spc="-1" strike="noStrike" sz="2800" u="none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6pPr>
      <a:lvl7pPr marL="0" marR="0" indent="2807969" algn="just" defTabSz="914400" rtl="0" latinLnBrk="0">
        <a:lnSpc>
          <a:spcPct val="100000"/>
        </a:lnSpc>
        <a:spcBef>
          <a:spcPts val="1400"/>
        </a:spcBef>
        <a:spcAft>
          <a:spcPts val="0"/>
        </a:spcAft>
        <a:buClr>
          <a:srgbClr val="000000"/>
        </a:buClr>
        <a:buSzTx/>
        <a:buFontTx/>
        <a:buNone/>
        <a:tabLst/>
        <a:defRPr b="0" baseline="0" cap="none" i="0" spc="-1" strike="noStrike" sz="2800" u="none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7pPr>
      <a:lvl8pPr marL="0" marR="0" indent="0" algn="just" defTabSz="914400" rtl="0" latinLnBrk="0">
        <a:lnSpc>
          <a:spcPct val="100000"/>
        </a:lnSpc>
        <a:spcBef>
          <a:spcPts val="1400"/>
        </a:spcBef>
        <a:spcAft>
          <a:spcPts val="0"/>
        </a:spcAft>
        <a:buClr>
          <a:srgbClr val="000000"/>
        </a:buClr>
        <a:buSzTx/>
        <a:buFontTx/>
        <a:buNone/>
        <a:tabLst/>
        <a:defRPr b="0" baseline="0" cap="none" i="0" spc="-1" strike="noStrike" sz="2800" u="none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8pPr>
      <a:lvl9pPr marL="0" marR="0" indent="0" algn="just" defTabSz="914400" rtl="0" latinLnBrk="0">
        <a:lnSpc>
          <a:spcPct val="100000"/>
        </a:lnSpc>
        <a:spcBef>
          <a:spcPts val="1400"/>
        </a:spcBef>
        <a:spcAft>
          <a:spcPts val="0"/>
        </a:spcAft>
        <a:buClr>
          <a:srgbClr val="000000"/>
        </a:buClr>
        <a:buSzTx/>
        <a:buFontTx/>
        <a:buNone/>
        <a:tabLst/>
        <a:defRPr b="0" baseline="0" cap="none" i="0" spc="-1" strike="noStrike" sz="2800" u="none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jpe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Subtitle 11"/>
          <p:cNvSpPr txBox="1"/>
          <p:nvPr/>
        </p:nvSpPr>
        <p:spPr>
          <a:xfrm>
            <a:off x="8010856" y="1732076"/>
            <a:ext cx="2291486" cy="5845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 algn="ctr">
              <a:lnSpc>
                <a:spcPct val="72000"/>
              </a:lnSpc>
              <a:spcBef>
                <a:spcPts val="300"/>
              </a:spcBef>
              <a:defRPr sz="2000">
                <a:effectLst>
                  <a:outerShdw sx="100000" sy="100000" kx="0" ky="0" algn="b" rotWithShape="0" blurRad="38100" dist="38100" dir="2700000">
                    <a:srgbClr val="000000">
                      <a:alpha val="43137"/>
                    </a:srgbClr>
                  </a:outerShdw>
                </a:effectLst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C. TABSUM</a:t>
            </a:r>
            <a:endParaRPr sz="5400"/>
          </a:p>
          <a:p>
            <a:pPr algn="ctr">
              <a:lnSpc>
                <a:spcPct val="72000"/>
              </a:lnSpc>
              <a:spcBef>
                <a:spcPts val="300"/>
              </a:spcBef>
              <a:defRPr sz="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Roll No. 224G1A05B3</a:t>
            </a:r>
          </a:p>
        </p:txBody>
      </p:sp>
      <p:sp>
        <p:nvSpPr>
          <p:cNvPr id="395" name="Subtitle 11"/>
          <p:cNvSpPr txBox="1"/>
          <p:nvPr/>
        </p:nvSpPr>
        <p:spPr>
          <a:xfrm>
            <a:off x="3805373" y="2475581"/>
            <a:ext cx="4581236" cy="9657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lnSpc>
                <a:spcPct val="90000"/>
              </a:lnSpc>
              <a:spcBef>
                <a:spcPts val="300"/>
              </a:spcBef>
              <a:defRPr i="1"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Under the guidance of</a:t>
            </a:r>
          </a:p>
          <a:p>
            <a:pPr algn="ctr">
              <a:lnSpc>
                <a:spcPct val="90000"/>
              </a:lnSpc>
              <a:spcBef>
                <a:spcPts val="200"/>
              </a:spcBef>
              <a:defRPr sz="2400">
                <a:effectLst>
                  <a:outerShdw sx="100000" sy="100000" kx="0" ky="0" algn="b" rotWithShape="0" blurRad="38100" dist="38100" dir="2700000">
                    <a:srgbClr val="000000">
                      <a:alpha val="43137"/>
                    </a:srgbClr>
                  </a:outerShdw>
                </a:effectLst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Dr. C. Sasikala ,M.Tech,(Ph.D)</a:t>
            </a:r>
          </a:p>
          <a:p>
            <a:pPr algn="ctr">
              <a:lnSpc>
                <a:spcPct val="90000"/>
              </a:lnSpc>
              <a:spcBef>
                <a:spcPts val="200"/>
              </a:spcBef>
              <a:defRPr sz="2400">
                <a:effectLst>
                  <a:outerShdw sx="100000" sy="100000" kx="0" ky="0" algn="b" rotWithShape="0" blurRad="38100" dist="38100" dir="2700000">
                    <a:srgbClr val="000000">
                      <a:alpha val="43137"/>
                    </a:srgbClr>
                  </a:outerShdw>
                </a:effectLst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Associate Professor &amp; HOD</a:t>
            </a:r>
          </a:p>
        </p:txBody>
      </p:sp>
      <p:sp>
        <p:nvSpPr>
          <p:cNvPr id="396" name="Subtitle 11"/>
          <p:cNvSpPr txBox="1"/>
          <p:nvPr/>
        </p:nvSpPr>
        <p:spPr>
          <a:xfrm>
            <a:off x="1560194" y="5162533"/>
            <a:ext cx="9071610" cy="1427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 algn="ctr" defTabSz="676655">
              <a:lnSpc>
                <a:spcPct val="72000"/>
              </a:lnSpc>
              <a:spcBef>
                <a:spcPts val="300"/>
              </a:spcBef>
              <a:defRPr sz="1600">
                <a:effectLst>
                  <a:outerShdw sx="100000" sy="100000" kx="0" ky="0" algn="b" rotWithShape="0" blurRad="25400" dist="28194" dir="2700000">
                    <a:srgbClr val="000000">
                      <a:alpha val="43137"/>
                    </a:srgbClr>
                  </a:outerShdw>
                </a:effectLst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Department of Computer Science and Engineering (AI&amp;ML)    </a:t>
            </a:r>
            <a:endParaRPr sz="3100"/>
          </a:p>
          <a:p>
            <a:pPr algn="ctr" defTabSz="676655">
              <a:lnSpc>
                <a:spcPct val="72000"/>
              </a:lnSpc>
              <a:spcBef>
                <a:spcPts val="300"/>
              </a:spcBef>
              <a:defRPr sz="2500">
                <a:solidFill>
                  <a:srgbClr val="FF0000"/>
                </a:solidFill>
                <a:effectLst>
                  <a:outerShdw sx="100000" sy="100000" kx="0" ky="0" algn="b" rotWithShape="0" blurRad="25400" dist="28194" dir="2700000">
                    <a:srgbClr val="000000">
                      <a:alpha val="43137"/>
                    </a:srgbClr>
                  </a:outerShdw>
                </a:effectLst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Srinivasa Ramanujan Institute of Technology</a:t>
            </a:r>
            <a:endParaRPr sz="4800"/>
          </a:p>
          <a:p>
            <a:pPr algn="ctr" defTabSz="676655">
              <a:lnSpc>
                <a:spcPct val="72000"/>
              </a:lnSpc>
              <a:spcBef>
                <a:spcPts val="200"/>
              </a:spcBef>
              <a:defRPr b="1"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Autonomous</a:t>
            </a:r>
            <a:endParaRPr sz="2500"/>
          </a:p>
          <a:p>
            <a:pPr algn="ctr" defTabSz="676655">
              <a:lnSpc>
                <a:spcPct val="72000"/>
              </a:lnSpc>
              <a:spcBef>
                <a:spcPts val="200"/>
              </a:spcBef>
              <a:defRPr b="1" sz="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Rotarypuram Village, B K Samudram Mandal, Ananthapuramu – 515701.</a:t>
            </a:r>
            <a:endParaRPr sz="1700"/>
          </a:p>
          <a:p>
            <a:pPr algn="ctr" defTabSz="676655">
              <a:lnSpc>
                <a:spcPct val="72000"/>
              </a:lnSpc>
              <a:spcBef>
                <a:spcPts val="700"/>
              </a:spcBef>
              <a:defRPr b="1" sz="900">
                <a:solidFill>
                  <a:srgbClr val="1F4E7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2025-2026</a:t>
            </a:r>
          </a:p>
        </p:txBody>
      </p:sp>
      <p:sp>
        <p:nvSpPr>
          <p:cNvPr id="397" name="Subtitle 11"/>
          <p:cNvSpPr txBox="1"/>
          <p:nvPr/>
        </p:nvSpPr>
        <p:spPr>
          <a:xfrm>
            <a:off x="5119877" y="1732076"/>
            <a:ext cx="2408990" cy="5845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 algn="ctr">
              <a:lnSpc>
                <a:spcPct val="72000"/>
              </a:lnSpc>
              <a:spcBef>
                <a:spcPts val="300"/>
              </a:spcBef>
              <a:defRPr sz="2000">
                <a:effectLst>
                  <a:outerShdw sx="100000" sy="100000" kx="0" ky="0" algn="b" rotWithShape="0" blurRad="38100" dist="38100" dir="2700000">
                    <a:srgbClr val="000000">
                      <a:alpha val="43137"/>
                    </a:srgbClr>
                  </a:outerShdw>
                </a:effectLst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V. DINESH</a:t>
            </a:r>
            <a:endParaRPr sz="2600"/>
          </a:p>
          <a:p>
            <a:pPr algn="ctr">
              <a:lnSpc>
                <a:spcPct val="72000"/>
              </a:lnSpc>
              <a:spcBef>
                <a:spcPts val="300"/>
              </a:spcBef>
              <a:defRPr sz="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Roll No. 224G1A0517</a:t>
            </a:r>
          </a:p>
        </p:txBody>
      </p:sp>
      <p:sp>
        <p:nvSpPr>
          <p:cNvPr id="398" name="Subtitle 11"/>
          <p:cNvSpPr txBox="1"/>
          <p:nvPr/>
        </p:nvSpPr>
        <p:spPr>
          <a:xfrm>
            <a:off x="1889657" y="1732076"/>
            <a:ext cx="2291486" cy="5845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 algn="ctr">
              <a:lnSpc>
                <a:spcPct val="81000"/>
              </a:lnSpc>
              <a:spcBef>
                <a:spcPts val="300"/>
              </a:spcBef>
              <a:defRPr sz="2400">
                <a:effectLst>
                  <a:outerShdw sx="100000" sy="100000" kx="0" ky="0" algn="b" rotWithShape="0" blurRad="38100" dist="38100" dir="2700000">
                    <a:srgbClr val="000000">
                      <a:alpha val="43137"/>
                    </a:srgbClr>
                  </a:outerShdw>
                </a:effectLst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S. VARSHA</a:t>
            </a:r>
            <a:endParaRPr sz="2600"/>
          </a:p>
          <a:p>
            <a:pPr algn="ctr">
              <a:lnSpc>
                <a:spcPct val="81000"/>
              </a:lnSpc>
              <a:spcBef>
                <a:spcPts val="300"/>
              </a:spcBef>
              <a:defRPr sz="1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Roll No. 224G1A05B6</a:t>
            </a:r>
          </a:p>
        </p:txBody>
      </p:sp>
      <p:grpSp>
        <p:nvGrpSpPr>
          <p:cNvPr id="401" name="Rectangle: Rounded Corners 16"/>
          <p:cNvGrpSpPr/>
          <p:nvPr/>
        </p:nvGrpSpPr>
        <p:grpSpPr>
          <a:xfrm>
            <a:off x="755008" y="335271"/>
            <a:ext cx="10528186" cy="857866"/>
            <a:chOff x="0" y="0"/>
            <a:chExt cx="10528184" cy="857865"/>
          </a:xfrm>
        </p:grpSpPr>
        <p:sp>
          <p:nvSpPr>
            <p:cNvPr id="399" name="Rounded Rectangle"/>
            <p:cNvSpPr/>
            <p:nvPr/>
          </p:nvSpPr>
          <p:spPr>
            <a:xfrm>
              <a:off x="-1" y="0"/>
              <a:ext cx="10528186" cy="857866"/>
            </a:xfrm>
            <a:prstGeom prst="roundRect">
              <a:avLst>
                <a:gd name="adj" fmla="val 16667"/>
              </a:avLst>
            </a:prstGeom>
            <a:solidFill>
              <a:srgbClr val="FF6600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3200">
                  <a:solidFill>
                    <a:srgbClr val="FFFFFF"/>
                  </a:solidFill>
                  <a:effectLst>
                    <a:outerShdw sx="100000" sy="100000" kx="0" ky="0" algn="b" rotWithShape="0" blurRad="38100" dist="38100" dir="2700000">
                      <a:srgbClr val="000000">
                        <a:alpha val="43137"/>
                      </a:srgbClr>
                    </a:outerShdw>
                  </a:effectLst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400" name="Multimodal Deep Learning Model Integrating CNN and Transformer for Predicting              Chemotherapy-Induced Cardiotoxicity"/>
            <p:cNvSpPr txBox="1"/>
            <p:nvPr/>
          </p:nvSpPr>
          <p:spPr>
            <a:xfrm>
              <a:off x="87595" y="14911"/>
              <a:ext cx="10352992" cy="8280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 defTabSz="457200">
                <a:defRPr sz="2400">
                  <a:solidFill>
                    <a:srgbClr val="FFFFFF"/>
                  </a:solidFill>
                  <a:latin typeface="Times Roman"/>
                  <a:ea typeface="Times Roman"/>
                  <a:cs typeface="Times Roman"/>
                  <a:sym typeface="Times Roman"/>
                </a:defRPr>
              </a:lvl1pPr>
            </a:lstStyle>
            <a:p>
              <a:pPr/>
              <a:r>
                <a:t>Multimodal Deep Learning Model Integrating CNN and Transformer for Predicting              Chemotherapy-Induced Cardiotoxicity</a:t>
              </a:r>
            </a:p>
          </p:txBody>
        </p:sp>
      </p:grpSp>
      <p:sp>
        <p:nvSpPr>
          <p:cNvPr id="402" name="Rectangle 17"/>
          <p:cNvSpPr txBox="1"/>
          <p:nvPr/>
        </p:nvSpPr>
        <p:spPr>
          <a:xfrm>
            <a:off x="2760558" y="1261695"/>
            <a:ext cx="6670865" cy="311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lnSpc>
                <a:spcPct val="107000"/>
              </a:lnSpc>
              <a:spcBef>
                <a:spcPts val="500"/>
              </a:spcBef>
              <a:defRPr i="1" sz="1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by</a:t>
            </a:r>
          </a:p>
        </p:txBody>
      </p:sp>
      <p:pic>
        <p:nvPicPr>
          <p:cNvPr id="403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332300" y="3477045"/>
            <a:ext cx="1527381" cy="168548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Date Placeholder 3"/>
          <p:cNvSpPr txBox="1"/>
          <p:nvPr>
            <p:ph type="sldNum" sz="quarter" idx="4294967295"/>
          </p:nvPr>
        </p:nvSpPr>
        <p:spPr>
          <a:xfrm>
            <a:off x="11623040" y="6594346"/>
            <a:ext cx="568962" cy="311407"/>
          </a:xfrm>
          <a:prstGeom prst="rect">
            <a:avLst/>
          </a:prstGeom>
          <a:solidFill>
            <a:schemeClr val="accent4"/>
          </a:solidFill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/>
          <a:lstStyle>
            <a:lvl1pPr algn="ctr">
              <a:defRPr b="1" spc="-1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406" name="PlaceHolder 1"/>
          <p:cNvSpPr txBox="1"/>
          <p:nvPr>
            <p:ph type="title" idx="4294967295"/>
          </p:nvPr>
        </p:nvSpPr>
        <p:spPr>
          <a:xfrm>
            <a:off x="238" y="228598"/>
            <a:ext cx="12191764" cy="714604"/>
          </a:xfrm>
          <a:prstGeom prst="rect">
            <a:avLst/>
          </a:prstGeom>
          <a:solidFill>
            <a:srgbClr val="FF6600"/>
          </a:solidFill>
          <a:effectLst>
            <a:outerShdw sx="100000" sy="100000" kx="0" ky="0" algn="b" rotWithShape="0" blurRad="38100" dist="28080" dir="5400000">
              <a:srgbClr val="000000">
                <a:alpha val="32000"/>
              </a:srgbClr>
            </a:outerShdw>
          </a:effectLst>
        </p:spPr>
        <p:txBody>
          <a:bodyPr lIns="44999" tIns="44999" rIns="44999" bIns="44999" anchor="t">
            <a:normAutofit fontScale="100000" lnSpcReduction="0"/>
          </a:bodyPr>
          <a:lstStyle>
            <a:lvl1pPr>
              <a:lnSpc>
                <a:spcPct val="90000"/>
              </a:lnSpc>
              <a:defRPr spc="-100" sz="4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Contents</a:t>
            </a:r>
          </a:p>
        </p:txBody>
      </p:sp>
      <p:sp>
        <p:nvSpPr>
          <p:cNvPr id="407" name="PlaceHolder 2"/>
          <p:cNvSpPr txBox="1"/>
          <p:nvPr>
            <p:ph type="body" idx="4294967295"/>
          </p:nvPr>
        </p:nvSpPr>
        <p:spPr>
          <a:xfrm>
            <a:off x="199440" y="1097278"/>
            <a:ext cx="11778840" cy="5394604"/>
          </a:xfrm>
          <a:prstGeom prst="rect">
            <a:avLst/>
          </a:prstGeom>
        </p:spPr>
        <p:txBody>
          <a:bodyPr lIns="45718" tIns="45718" rIns="45718" bIns="45718"/>
          <a:lstStyle/>
          <a:p>
            <a:pPr marL="462280" indent="-462280">
              <a:lnSpc>
                <a:spcPct val="90000"/>
              </a:lnSpc>
              <a:spcBef>
                <a:spcPts val="1000"/>
              </a:spcBef>
              <a:buSzPct val="100000"/>
              <a:buBlip>
                <a:blip r:embed="rId2"/>
              </a:buBlip>
              <a:defRPr spc="-100"/>
            </a:pPr>
            <a:r>
              <a:t>Title Justification</a:t>
            </a:r>
          </a:p>
          <a:p>
            <a:pPr marL="462280" indent="-462280">
              <a:lnSpc>
                <a:spcPct val="90000"/>
              </a:lnSpc>
              <a:spcBef>
                <a:spcPts val="1000"/>
              </a:spcBef>
              <a:buSzPct val="100000"/>
              <a:buBlip>
                <a:blip r:embed="rId2"/>
              </a:buBlip>
              <a:defRPr spc="-100"/>
            </a:pPr>
            <a:r>
              <a:t>Abstract</a:t>
            </a:r>
          </a:p>
          <a:p>
            <a:pPr marL="462280" indent="-462280">
              <a:lnSpc>
                <a:spcPct val="90000"/>
              </a:lnSpc>
              <a:spcBef>
                <a:spcPts val="1000"/>
              </a:spcBef>
              <a:buSzPct val="100000"/>
              <a:buBlip>
                <a:blip r:embed="rId2"/>
              </a:buBlip>
              <a:defRPr spc="-100"/>
            </a:pPr>
            <a:r>
              <a:t>Problem statement</a:t>
            </a:r>
          </a:p>
          <a:p>
            <a:pPr marL="462280" indent="-462280">
              <a:lnSpc>
                <a:spcPct val="90000"/>
              </a:lnSpc>
              <a:spcBef>
                <a:spcPts val="1000"/>
              </a:spcBef>
              <a:buSzPct val="100000"/>
              <a:buBlip>
                <a:blip r:embed="rId2"/>
              </a:buBlip>
              <a:defRPr spc="-100"/>
            </a:pPr>
            <a:r>
              <a:t>Objectives of Project</a:t>
            </a:r>
          </a:p>
          <a:p>
            <a:pPr marL="462280" indent="-462280">
              <a:lnSpc>
                <a:spcPct val="90000"/>
              </a:lnSpc>
              <a:spcBef>
                <a:spcPts val="1000"/>
              </a:spcBef>
              <a:buSzPct val="100000"/>
              <a:buBlip>
                <a:blip r:embed="rId2"/>
              </a:buBlip>
              <a:defRPr spc="-100"/>
            </a:pPr>
            <a:r>
              <a:t>Literature survey for objectives</a:t>
            </a:r>
          </a:p>
          <a:p>
            <a:pPr marL="462280" indent="-462280">
              <a:lnSpc>
                <a:spcPct val="90000"/>
              </a:lnSpc>
              <a:spcBef>
                <a:spcPts val="1000"/>
              </a:spcBef>
              <a:buSzPct val="100000"/>
              <a:buBlip>
                <a:blip r:embed="rId2"/>
              </a:buBlip>
              <a:defRPr spc="-100"/>
            </a:pPr>
            <a:r>
              <a:t>Proposed Work -(Methods to be followed for proposed system) </a:t>
            </a:r>
          </a:p>
          <a:p>
            <a:pPr marL="462280" indent="-462280">
              <a:lnSpc>
                <a:spcPct val="90000"/>
              </a:lnSpc>
              <a:spcBef>
                <a:spcPts val="1000"/>
              </a:spcBef>
              <a:buSzPct val="100000"/>
              <a:buBlip>
                <a:blip r:embed="rId2"/>
              </a:buBlip>
              <a:defRPr spc="-100"/>
            </a:pPr>
            <a:r>
              <a:t>References</a:t>
            </a:r>
          </a:p>
          <a:p>
            <a:pPr marL="462280" indent="-462280">
              <a:lnSpc>
                <a:spcPct val="90000"/>
              </a:lnSpc>
              <a:spcBef>
                <a:spcPts val="1000"/>
              </a:spcBef>
              <a:buSzPct val="100000"/>
              <a:buBlip>
                <a:blip r:embed="rId2"/>
              </a:buBlip>
              <a:defRPr spc="-100"/>
            </a:pPr>
            <a:r>
              <a:t>GitHub Link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Date Placeholder 3"/>
          <p:cNvSpPr txBox="1"/>
          <p:nvPr>
            <p:ph type="sldNum" sz="quarter" idx="4294967295"/>
          </p:nvPr>
        </p:nvSpPr>
        <p:spPr>
          <a:xfrm>
            <a:off x="11623040" y="6594346"/>
            <a:ext cx="568962" cy="311407"/>
          </a:xfrm>
          <a:prstGeom prst="rect">
            <a:avLst/>
          </a:prstGeom>
          <a:solidFill>
            <a:schemeClr val="accent4"/>
          </a:solidFill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/>
          <a:lstStyle>
            <a:lvl1pPr algn="ctr">
              <a:defRPr b="1" spc="-1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410" name="PlaceHolder 1"/>
          <p:cNvSpPr txBox="1"/>
          <p:nvPr>
            <p:ph type="title" idx="4294967295"/>
          </p:nvPr>
        </p:nvSpPr>
        <p:spPr>
          <a:xfrm>
            <a:off x="238" y="257761"/>
            <a:ext cx="12191764" cy="685441"/>
          </a:xfrm>
          <a:prstGeom prst="rect">
            <a:avLst/>
          </a:prstGeom>
          <a:solidFill>
            <a:srgbClr val="FF6600"/>
          </a:solidFill>
          <a:effectLst>
            <a:outerShdw sx="100000" sy="100000" kx="0" ky="0" algn="b" rotWithShape="0" blurRad="38100" dist="28080" dir="5400000">
              <a:srgbClr val="000000">
                <a:alpha val="32000"/>
              </a:srgbClr>
            </a:outerShdw>
          </a:effectLst>
        </p:spPr>
        <p:txBody>
          <a:bodyPr lIns="44999" tIns="44999" rIns="44999" bIns="44999" anchor="t">
            <a:normAutofit fontScale="100000" lnSpcReduction="0"/>
          </a:bodyPr>
          <a:lstStyle>
            <a:lvl1pPr defTabSz="896111">
              <a:lnSpc>
                <a:spcPct val="90000"/>
              </a:lnSpc>
              <a:defRPr spc="0" sz="431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Title Justification</a:t>
            </a:r>
          </a:p>
        </p:txBody>
      </p:sp>
      <p:sp>
        <p:nvSpPr>
          <p:cNvPr id="411" name="PlaceHolder 2"/>
          <p:cNvSpPr txBox="1"/>
          <p:nvPr>
            <p:ph type="body" idx="4294967295"/>
          </p:nvPr>
        </p:nvSpPr>
        <p:spPr>
          <a:xfrm>
            <a:off x="206580" y="1071536"/>
            <a:ext cx="11778840" cy="5394604"/>
          </a:xfrm>
          <a:prstGeom prst="rect">
            <a:avLst/>
          </a:prstGeom>
        </p:spPr>
        <p:txBody>
          <a:bodyPr lIns="45718" tIns="45718" rIns="45718" bIns="45718"/>
          <a:lstStyle/>
          <a:p>
            <a:pPr marL="0" indent="0" algn="l" defTabSz="457200">
              <a:spcBef>
                <a:spcPts val="1200"/>
              </a:spcBef>
              <a:buClrTx/>
              <a:buSzTx/>
              <a:buNone/>
              <a:defRPr spc="0" sz="2400"/>
            </a:pPr>
          </a:p>
          <a:p>
            <a:pPr marL="457200" indent="-317500" algn="l" defTabSz="457200">
              <a:spcBef>
                <a:spcPts val="1200"/>
              </a:spcBef>
              <a:buClrTx/>
              <a:buSzPct val="100000"/>
              <a:buFont typeface="Times Roman"/>
              <a:buAutoNum type="arabicPeriod" startAt="1"/>
              <a:defRPr spc="0" sz="2400"/>
            </a:pPr>
            <a:r>
              <a:t>Multimodal → Uses ECG images+ clinical/chemo data to get better predictions.</a:t>
            </a:r>
          </a:p>
          <a:p>
            <a:pPr marL="457200" indent="-317500" algn="l" defTabSz="457200">
              <a:spcBef>
                <a:spcPts val="1200"/>
              </a:spcBef>
              <a:buClrTx/>
              <a:buSzPct val="100000"/>
              <a:buFont typeface="Times Roman"/>
              <a:buAutoNum type="arabicPeriod" startAt="1"/>
              <a:defRPr spc="0" sz="2400"/>
            </a:pPr>
            <a:r>
              <a:t>Deep Learning Model → CNN analyzes images, Transformer analyzes patient data; AI automatically finds patterns.</a:t>
            </a:r>
          </a:p>
          <a:p>
            <a:pPr marL="457200" indent="-317500" algn="l" defTabSz="457200">
              <a:spcBef>
                <a:spcPts val="1200"/>
              </a:spcBef>
              <a:buClrTx/>
              <a:buSzPct val="100000"/>
              <a:buFont typeface="Times Roman"/>
              <a:buAutoNum type="arabicPeriod" startAt="1"/>
              <a:defRPr spc="0" sz="2400"/>
            </a:pPr>
            <a:r>
              <a:t>Integrating CNN &amp; Transformer → Combines image and clinical info for accurate risk prediction.</a:t>
            </a:r>
          </a:p>
          <a:p>
            <a:pPr marL="457200" indent="-317500" algn="l" defTabSz="457200">
              <a:spcBef>
                <a:spcPts val="1200"/>
              </a:spcBef>
              <a:buClrTx/>
              <a:buSzPct val="100000"/>
              <a:buFont typeface="Times Roman"/>
              <a:buAutoNum type="arabicPeriod" startAt="1"/>
              <a:defRPr spc="0" sz="2400"/>
            </a:pPr>
            <a:r>
              <a:t>Predicting Chemotherapy-Induced Cardiotoxicity → Estimates future heart damage from chemo so doctors can act early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Date Placeholder 3"/>
          <p:cNvSpPr txBox="1"/>
          <p:nvPr>
            <p:ph type="sldNum" sz="quarter" idx="4294967295"/>
          </p:nvPr>
        </p:nvSpPr>
        <p:spPr>
          <a:xfrm>
            <a:off x="11623040" y="6594346"/>
            <a:ext cx="568962" cy="311407"/>
          </a:xfrm>
          <a:prstGeom prst="rect">
            <a:avLst/>
          </a:prstGeom>
          <a:solidFill>
            <a:schemeClr val="accent4"/>
          </a:solidFill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/>
          <a:lstStyle>
            <a:lvl1pPr algn="ctr">
              <a:defRPr b="1" spc="-1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414" name="PlaceHolder 1"/>
          <p:cNvSpPr txBox="1"/>
          <p:nvPr>
            <p:ph type="title" idx="4294967295"/>
          </p:nvPr>
        </p:nvSpPr>
        <p:spPr>
          <a:xfrm>
            <a:off x="-2" y="232918"/>
            <a:ext cx="12191764" cy="714602"/>
          </a:xfrm>
          <a:prstGeom prst="rect">
            <a:avLst/>
          </a:prstGeom>
          <a:solidFill>
            <a:srgbClr val="FF6600"/>
          </a:solidFill>
          <a:effectLst>
            <a:outerShdw sx="100000" sy="100000" kx="0" ky="0" algn="b" rotWithShape="0" blurRad="38100" dist="28080" dir="5400000">
              <a:srgbClr val="000000">
                <a:alpha val="32000"/>
              </a:srgbClr>
            </a:outerShdw>
          </a:effectLst>
        </p:spPr>
        <p:txBody>
          <a:bodyPr lIns="44999" tIns="44999" rIns="44999" bIns="44999" anchor="t">
            <a:normAutofit fontScale="100000" lnSpcReduction="0"/>
          </a:bodyPr>
          <a:lstStyle>
            <a:lvl1pPr>
              <a:lnSpc>
                <a:spcPct val="90000"/>
              </a:lnSpc>
              <a:spcBef>
                <a:spcPts val="1000"/>
              </a:spcBef>
              <a:defRPr spc="-200" sz="4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Abstract</a:t>
            </a:r>
          </a:p>
        </p:txBody>
      </p:sp>
      <p:sp>
        <p:nvSpPr>
          <p:cNvPr id="415" name="PlaceHolder 2"/>
          <p:cNvSpPr txBox="1"/>
          <p:nvPr>
            <p:ph type="body" idx="4294967295"/>
          </p:nvPr>
        </p:nvSpPr>
        <p:spPr>
          <a:xfrm>
            <a:off x="199440" y="1097278"/>
            <a:ext cx="11778840" cy="5394604"/>
          </a:xfrm>
          <a:prstGeom prst="rect">
            <a:avLst/>
          </a:prstGeom>
        </p:spPr>
        <p:txBody>
          <a:bodyPr lIns="45718" tIns="45718" rIns="45718" bIns="45718"/>
          <a:lstStyle>
            <a:lvl1pPr marL="0" indent="0" algn="l" defTabSz="448055">
              <a:lnSpc>
                <a:spcPct val="150000"/>
              </a:lnSpc>
              <a:spcBef>
                <a:spcPts val="1100"/>
              </a:spcBef>
              <a:buClrTx/>
              <a:buSzTx/>
              <a:buNone/>
              <a:defRPr spc="0" sz="2254"/>
            </a:lvl1pPr>
          </a:lstStyle>
          <a:p>
            <a:pPr/>
            <a:r>
              <a:t>Chemotherapy-Induced Cardiotoxicity (CIC) is a serious side effect of cancer treatments like Doxorubicin and Trastuzumab, which can cause long-term heart damage and reduce patient survival. Traditional monitoring methods rely on limited clinical data and may detect cardiac issues only after damage occurs. This project proposes a multimodal deep learning system that integrates ECG images (analyzed using CNNs) with clinical and chemotherapy data(analyzed using Transformers) to predict patient-specific cardiotoxic risk early. The system outputs a risk score (Low/Medium/High), enabling doctors to adjust chemotherapy dosage, cycle schedule, and monitoring proactively. By combining spatial and temporal data, this AI-based approach improves prediction accuracy, supports personalized treatment decisions, and helps minimize future heart complications in cancer patients.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Date Placeholder 3"/>
          <p:cNvSpPr txBox="1"/>
          <p:nvPr>
            <p:ph type="sldNum" sz="quarter" idx="4294967295"/>
          </p:nvPr>
        </p:nvSpPr>
        <p:spPr>
          <a:xfrm>
            <a:off x="11623040" y="6594346"/>
            <a:ext cx="568962" cy="311407"/>
          </a:xfrm>
          <a:prstGeom prst="rect">
            <a:avLst/>
          </a:prstGeom>
          <a:solidFill>
            <a:schemeClr val="accent4"/>
          </a:solidFill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/>
          <a:lstStyle>
            <a:lvl1pPr algn="ctr">
              <a:defRPr b="1" spc="-1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418" name="PlaceHolder 1"/>
          <p:cNvSpPr txBox="1"/>
          <p:nvPr>
            <p:ph type="title" idx="4294967295"/>
          </p:nvPr>
        </p:nvSpPr>
        <p:spPr>
          <a:xfrm>
            <a:off x="-2" y="232918"/>
            <a:ext cx="12191764" cy="714602"/>
          </a:xfrm>
          <a:prstGeom prst="rect">
            <a:avLst/>
          </a:prstGeom>
          <a:solidFill>
            <a:srgbClr val="FF6600"/>
          </a:solidFill>
          <a:effectLst>
            <a:outerShdw sx="100000" sy="100000" kx="0" ky="0" algn="b" rotWithShape="0" blurRad="38100" dist="28080" dir="5400000">
              <a:srgbClr val="000000">
                <a:alpha val="32000"/>
              </a:srgbClr>
            </a:outerShdw>
          </a:effectLst>
        </p:spPr>
        <p:txBody>
          <a:bodyPr lIns="44999" tIns="44999" rIns="44999" bIns="44999" anchor="t">
            <a:normAutofit fontScale="100000" lnSpcReduction="0"/>
          </a:bodyPr>
          <a:lstStyle>
            <a:lvl1pPr>
              <a:lnSpc>
                <a:spcPct val="90000"/>
              </a:lnSpc>
              <a:defRPr spc="-100" sz="4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Problem Statement</a:t>
            </a:r>
          </a:p>
        </p:txBody>
      </p:sp>
      <p:sp>
        <p:nvSpPr>
          <p:cNvPr id="419" name="PlaceHolder 2"/>
          <p:cNvSpPr txBox="1"/>
          <p:nvPr>
            <p:ph type="body" idx="4294967295"/>
          </p:nvPr>
        </p:nvSpPr>
        <p:spPr>
          <a:xfrm>
            <a:off x="199440" y="1097278"/>
            <a:ext cx="11459520" cy="5075283"/>
          </a:xfrm>
          <a:prstGeom prst="rect">
            <a:avLst/>
          </a:prstGeom>
        </p:spPr>
        <p:txBody>
          <a:bodyPr lIns="45718" tIns="45718" rIns="45718" bIns="45718"/>
          <a:lstStyle/>
          <a:p>
            <a:pPr marL="0" indent="0" algn="l" defTabSz="457200">
              <a:spcBef>
                <a:spcPts val="1200"/>
              </a:spcBef>
              <a:buClrTx/>
              <a:buSzTx/>
              <a:buNone/>
              <a:defRPr spc="0" sz="2300"/>
            </a:pPr>
            <a:r>
              <a:t>Detecting heart damage caused by chemotherapy is difficult in the early stages because:</a:t>
            </a:r>
          </a:p>
          <a:p>
            <a:pPr marL="457200" indent="-317500" algn="l" defTabSz="457200">
              <a:spcBef>
                <a:spcPts val="1200"/>
              </a:spcBef>
              <a:buClrTx/>
              <a:buSzPct val="100000"/>
              <a:buFont typeface="Times Roman"/>
              <a:buChar char="•"/>
              <a:defRPr spc="0" sz="2300"/>
            </a:pPr>
            <a:r>
              <a:t>Symptoms of heart problems appear late, after damage has started.</a:t>
            </a:r>
          </a:p>
          <a:p>
            <a:pPr marL="457200" indent="-317500" algn="l" defTabSz="457200">
              <a:spcBef>
                <a:spcPts val="1200"/>
              </a:spcBef>
              <a:buClrTx/>
              <a:buSzPct val="100000"/>
              <a:buFont typeface="Times Roman"/>
              <a:buChar char="•"/>
              <a:defRPr spc="0" sz="2300"/>
            </a:pPr>
            <a:r>
              <a:t>Traditional methods cannot predict well who will develop heart problems.</a:t>
            </a:r>
          </a:p>
          <a:p>
            <a:pPr marL="457200" indent="-317500" algn="l" defTabSz="457200">
              <a:spcBef>
                <a:spcPts val="1200"/>
              </a:spcBef>
              <a:buClrTx/>
              <a:buSzPct val="100000"/>
              <a:buFont typeface="Times Roman"/>
              <a:buChar char="•"/>
              <a:defRPr spc="0" sz="2300"/>
            </a:pPr>
            <a:r>
              <a:t>Clinical data and heart images are not analyzed together in current systems.</a:t>
            </a:r>
          </a:p>
          <a:p>
            <a:pPr marL="0" indent="0" algn="l" defTabSz="457200">
              <a:spcBef>
                <a:spcPts val="1200"/>
              </a:spcBef>
              <a:buClrTx/>
              <a:buSzTx/>
              <a:buNone/>
              <a:defRPr spc="0" sz="2300"/>
            </a:pPr>
            <a:r>
              <a:t>So, there is a need for a deep learning system that uses both clinical data and images to identify high-risk patients early, before permanent heart damage happens.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Date Placeholder 3"/>
          <p:cNvSpPr txBox="1"/>
          <p:nvPr>
            <p:ph type="sldNum" sz="quarter" idx="4294967295"/>
          </p:nvPr>
        </p:nvSpPr>
        <p:spPr>
          <a:xfrm>
            <a:off x="11623040" y="6594346"/>
            <a:ext cx="568962" cy="311407"/>
          </a:xfrm>
          <a:prstGeom prst="rect">
            <a:avLst/>
          </a:prstGeom>
          <a:solidFill>
            <a:schemeClr val="accent4"/>
          </a:solidFill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/>
          <a:lstStyle>
            <a:lvl1pPr algn="ctr">
              <a:defRPr b="1" spc="-1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422" name="PlaceHolder 1"/>
          <p:cNvSpPr txBox="1"/>
          <p:nvPr>
            <p:ph type="title" idx="4294967295"/>
          </p:nvPr>
        </p:nvSpPr>
        <p:spPr>
          <a:xfrm>
            <a:off x="-2" y="232918"/>
            <a:ext cx="12191764" cy="714602"/>
          </a:xfrm>
          <a:prstGeom prst="rect">
            <a:avLst/>
          </a:prstGeom>
          <a:solidFill>
            <a:srgbClr val="FF6600"/>
          </a:solidFill>
          <a:effectLst>
            <a:outerShdw sx="100000" sy="100000" kx="0" ky="0" algn="b" rotWithShape="0" blurRad="38100" dist="28080" dir="5400000">
              <a:srgbClr val="000000">
                <a:alpha val="32000"/>
              </a:srgbClr>
            </a:outerShdw>
          </a:effectLst>
        </p:spPr>
        <p:txBody>
          <a:bodyPr lIns="44999" tIns="44999" rIns="44999" bIns="44999" anchor="t">
            <a:normAutofit fontScale="100000" lnSpcReduction="0"/>
          </a:bodyPr>
          <a:lstStyle>
            <a:lvl1pPr>
              <a:lnSpc>
                <a:spcPct val="90000"/>
              </a:lnSpc>
              <a:defRPr spc="-100" sz="4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Objectives of Project</a:t>
            </a:r>
          </a:p>
        </p:txBody>
      </p:sp>
      <p:sp>
        <p:nvSpPr>
          <p:cNvPr id="423" name="Develop a multimodal deep learning model that combines ECG images and clinical/chemotherapy data to predict patient-specific cardiotoxicity risk.…"/>
          <p:cNvSpPr txBox="1"/>
          <p:nvPr>
            <p:ph type="body" idx="4294967295"/>
          </p:nvPr>
        </p:nvSpPr>
        <p:spPr>
          <a:xfrm>
            <a:off x="173740" y="1069534"/>
            <a:ext cx="11844520" cy="5402926"/>
          </a:xfrm>
          <a:prstGeom prst="rect">
            <a:avLst/>
          </a:prstGeom>
        </p:spPr>
        <p:txBody>
          <a:bodyPr/>
          <a:lstStyle/>
          <a:p>
            <a:pPr marL="230605" indent="-230605" algn="l" defTabSz="457200">
              <a:spcBef>
                <a:spcPts val="1200"/>
              </a:spcBef>
              <a:buClrTx/>
              <a:buSzPct val="100000"/>
              <a:buChar char="•"/>
              <a:defRPr spc="0" sz="2300"/>
            </a:pPr>
            <a:r>
              <a:t>Develop a multimodal deep learning model that combines ECG images and clinical/chemotherapy data to predict patient-specific cardiotoxicity risk.</a:t>
            </a:r>
          </a:p>
          <a:p>
            <a:pPr marL="230605" indent="-230605" algn="l" defTabSz="457200">
              <a:spcBef>
                <a:spcPts val="1200"/>
              </a:spcBef>
              <a:buClrTx/>
              <a:buSzPct val="100000"/>
              <a:buChar char="•"/>
              <a:defRPr spc="0" sz="2300"/>
            </a:pPr>
            <a:r>
              <a:t>Provide an early, patient-specific risk score to help doctors make proactive treatment decisions and reduce future heart damage.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Date Placeholder 3"/>
          <p:cNvSpPr txBox="1"/>
          <p:nvPr>
            <p:ph type="sldNum" sz="quarter" idx="4294967295"/>
          </p:nvPr>
        </p:nvSpPr>
        <p:spPr>
          <a:xfrm>
            <a:off x="11623040" y="6594346"/>
            <a:ext cx="568962" cy="311407"/>
          </a:xfrm>
          <a:prstGeom prst="rect">
            <a:avLst/>
          </a:prstGeom>
          <a:solidFill>
            <a:schemeClr val="accent4"/>
          </a:solidFill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/>
          <a:lstStyle>
            <a:lvl1pPr algn="ctr">
              <a:defRPr b="1" spc="-1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426" name="PlaceHolder 1"/>
          <p:cNvSpPr txBox="1"/>
          <p:nvPr>
            <p:ph type="title" idx="4294967295"/>
          </p:nvPr>
        </p:nvSpPr>
        <p:spPr>
          <a:xfrm>
            <a:off x="-2" y="232918"/>
            <a:ext cx="12191764" cy="714602"/>
          </a:xfrm>
          <a:prstGeom prst="rect">
            <a:avLst/>
          </a:prstGeom>
          <a:solidFill>
            <a:srgbClr val="FF6600"/>
          </a:solidFill>
          <a:effectLst>
            <a:outerShdw sx="100000" sy="100000" kx="0" ky="0" algn="b" rotWithShape="0" blurRad="38100" dist="28080" dir="5400000">
              <a:srgbClr val="000000">
                <a:alpha val="32000"/>
              </a:srgbClr>
            </a:outerShdw>
          </a:effectLst>
        </p:spPr>
        <p:txBody>
          <a:bodyPr lIns="44999" tIns="44999" rIns="44999" bIns="44999" anchor="t">
            <a:normAutofit fontScale="100000" lnSpcReduction="0"/>
          </a:bodyPr>
          <a:lstStyle>
            <a:lvl1pPr>
              <a:lnSpc>
                <a:spcPct val="90000"/>
              </a:lnSpc>
              <a:spcBef>
                <a:spcPts val="1000"/>
              </a:spcBef>
              <a:defRPr spc="-200" sz="4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Literature survey for objectives</a:t>
            </a:r>
          </a:p>
        </p:txBody>
      </p:sp>
      <p:graphicFrame>
        <p:nvGraphicFramePr>
          <p:cNvPr id="427" name="Table 1"/>
          <p:cNvGraphicFramePr/>
          <p:nvPr/>
        </p:nvGraphicFramePr>
        <p:xfrm>
          <a:off x="766232" y="1213764"/>
          <a:ext cx="10659534" cy="511446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2664883"/>
                <a:gridCol w="2664883"/>
                <a:gridCol w="2664883"/>
                <a:gridCol w="2664883"/>
              </a:tblGrid>
              <a:tr h="852410"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b="1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Study &amp; Year</a:t>
                      </a:r>
                    </a:p>
                  </a:txBody>
                  <a:tcPr marL="12700" marR="12700" marT="12700" marB="12700" anchor="ctr" anchorCtr="0" horzOverflow="overflow"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b="1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Dataset / Method</a:t>
                      </a:r>
                    </a:p>
                  </a:txBody>
                  <a:tcPr marL="12700" marR="12700" marT="12700" marB="12700" anchor="ctr" anchorCtr="0" horzOverflow="overflow"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b="1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Findings</a:t>
                      </a:r>
                    </a:p>
                  </a:txBody>
                  <a:tcPr marL="12700" marR="12700" marT="12700" marB="12700" anchor="ctr" anchorCtr="0" horzOverflow="overflow"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b="1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Gap &amp; Drawbacks</a:t>
                      </a:r>
                    </a:p>
                  </a:txBody>
                  <a:tcPr marL="12700" marR="12700" marT="12700" marB="12700" anchor="ctr" anchorCtr="0" horzOverflow="overflow">
                    <a:solidFill>
                      <a:srgbClr val="D0DEEF"/>
                    </a:solidFill>
                  </a:tcPr>
                </a:tc>
              </a:tr>
              <a:tr h="852410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6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Bouatmane et al., 2024</a:t>
                      </a:r>
                    </a:p>
                  </a:txBody>
                  <a:tcPr marL="12700" marR="12700" marT="12700" marB="12700" anchor="ctr" anchorCtr="0" horzOverflow="overflow"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4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Multimodal dataset using TDI images + clinical data, CNN + Transformer/LSTM fusion</a:t>
                      </a:r>
                    </a:p>
                  </a:txBody>
                  <a:tcPr marL="12700" marR="12700" marT="12700" marB="12700" anchor="ctr" anchorCtr="0" horzOverflow="overflow"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4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Transformer achieved highest accuracy (96%) for early cardiotoxicity detection</a:t>
                      </a:r>
                    </a:p>
                  </a:txBody>
                  <a:tcPr marL="12700" marR="12700" marT="12700" marB="12700" anchor="ctr" anchorCtr="0" horzOverflow="overflow"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4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Dataset limited; external generalization not validated; needs larger diverse sample</a:t>
                      </a:r>
                    </a:p>
                  </a:txBody>
                  <a:tcPr marL="12700" marR="12700" marT="12700" marB="12700" anchor="ctr" anchorCtr="0" horzOverflow="overflow">
                    <a:solidFill>
                      <a:srgbClr val="D0DEEF"/>
                    </a:solidFill>
                  </a:tcPr>
                </a:tc>
              </a:tr>
              <a:tr h="852410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6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Guo et al., 2020</a:t>
                      </a:r>
                    </a:p>
                  </a:txBody>
                  <a:tcPr marL="12700" marR="12700" marT="12700" marB="12700" anchor="ctr" anchorCtr="0" horzOverflow="overflow"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4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CNN-based imaging feature extraction for toxicity monitoring</a:t>
                      </a:r>
                    </a:p>
                  </a:txBody>
                  <a:tcPr marL="12700" marR="12700" marT="12700" marB="12700" anchor="ctr" anchorCtr="0" horzOverflow="overflow"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4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Deep imaging features help detect subtle myocardial changes</a:t>
                      </a:r>
                    </a:p>
                  </a:txBody>
                  <a:tcPr marL="12700" marR="12700" marT="12700" marB="12700" anchor="ctr" anchorCtr="0" horzOverflow="overflow"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4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Imaging-only model; no fusion with chemo/clinical data → reduced robustness</a:t>
                      </a:r>
                    </a:p>
                  </a:txBody>
                  <a:tcPr marL="12700" marR="12700" marT="12700" marB="12700" anchor="ctr" anchorCtr="0" horzOverflow="overflow">
                    <a:solidFill>
                      <a:srgbClr val="D0DEEF"/>
                    </a:solidFill>
                  </a:tcPr>
                </a:tc>
              </a:tr>
              <a:tr h="852410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6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Esteva et al., 2019</a:t>
                      </a:r>
                    </a:p>
                  </a:txBody>
                  <a:tcPr marL="12700" marR="12700" marT="12700" marB="12700" anchor="ctr" anchorCtr="0" horzOverflow="overflow"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4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Deep learning for cardiovascular disease prediction</a:t>
                      </a:r>
                    </a:p>
                  </a:txBody>
                  <a:tcPr marL="12700" marR="12700" marT="12700" marB="12700" anchor="ctr" anchorCtr="0" horzOverflow="overflow"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4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Demonstrated improved detection accuracy through AI-driven analysis</a:t>
                      </a:r>
                    </a:p>
                  </a:txBody>
                  <a:tcPr marL="12700" marR="12700" marT="12700" marB="12700" anchor="ctr" anchorCtr="0" horzOverflow="overflow"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4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Explainability challenges; clinical reliability not fully proven</a:t>
                      </a:r>
                    </a:p>
                  </a:txBody>
                  <a:tcPr marL="12700" marR="12700" marT="12700" marB="12700" anchor="ctr" anchorCtr="0" horzOverflow="overflow">
                    <a:solidFill>
                      <a:srgbClr val="D0DEEF"/>
                    </a:solidFill>
                  </a:tcPr>
                </a:tc>
              </a:tr>
              <a:tr h="852410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6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Zhang et al., 2022</a:t>
                      </a:r>
                    </a:p>
                  </a:txBody>
                  <a:tcPr marL="12700" marR="12700" marT="12700" marB="12700" anchor="ctr" anchorCtr="0" horzOverflow="overflow"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4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AI for early cardiotoxicity risk analysis</a:t>
                      </a:r>
                    </a:p>
                  </a:txBody>
                  <a:tcPr marL="12700" marR="12700" marT="12700" marB="12700" anchor="ctr" anchorCtr="0" horzOverflow="overflow"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4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AI can detect cardiotoxicity before severe EF drop</a:t>
                      </a:r>
                    </a:p>
                  </a:txBody>
                  <a:tcPr marL="12700" marR="12700" marT="12700" marB="12700" anchor="ctr" anchorCtr="0" horzOverflow="overflow"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4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Single-center dataset; lacks chemo-dose temporal modeling</a:t>
                      </a:r>
                    </a:p>
                  </a:txBody>
                  <a:tcPr marL="12700" marR="12700" marT="12700" marB="12700" anchor="ctr" anchorCtr="0" horzOverflow="overflow">
                    <a:solidFill>
                      <a:srgbClr val="D0DE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Date Placeholder 3"/>
          <p:cNvSpPr txBox="1"/>
          <p:nvPr>
            <p:ph type="sldNum" sz="quarter" idx="4294967295"/>
          </p:nvPr>
        </p:nvSpPr>
        <p:spPr>
          <a:xfrm>
            <a:off x="11623040" y="6594346"/>
            <a:ext cx="568962" cy="311407"/>
          </a:xfrm>
          <a:prstGeom prst="rect">
            <a:avLst/>
          </a:prstGeom>
          <a:solidFill>
            <a:schemeClr val="accent4"/>
          </a:solidFill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/>
          <a:lstStyle>
            <a:lvl1pPr algn="ctr">
              <a:defRPr b="1" spc="-1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430" name="PlaceHolder 2"/>
          <p:cNvSpPr txBox="1"/>
          <p:nvPr>
            <p:ph type="title" idx="4294967295"/>
          </p:nvPr>
        </p:nvSpPr>
        <p:spPr>
          <a:xfrm>
            <a:off x="-2" y="232918"/>
            <a:ext cx="12191764" cy="714602"/>
          </a:xfrm>
          <a:prstGeom prst="rect">
            <a:avLst/>
          </a:prstGeom>
          <a:solidFill>
            <a:srgbClr val="FF6600"/>
          </a:solidFill>
          <a:effectLst>
            <a:outerShdw sx="100000" sy="100000" kx="0" ky="0" algn="b" rotWithShape="0" blurRad="38100" dist="28080" dir="5400000">
              <a:srgbClr val="000000">
                <a:alpha val="32000"/>
              </a:srgbClr>
            </a:outerShdw>
          </a:effectLst>
        </p:spPr>
        <p:txBody>
          <a:bodyPr lIns="44999" tIns="44999" rIns="44999" bIns="44999" anchor="t">
            <a:normAutofit fontScale="100000" lnSpcReduction="0"/>
          </a:bodyPr>
          <a:lstStyle>
            <a:lvl1pPr>
              <a:lnSpc>
                <a:spcPct val="90000"/>
              </a:lnSpc>
              <a:defRPr spc="-100" sz="4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Proposed System</a:t>
            </a:r>
          </a:p>
        </p:txBody>
      </p:sp>
      <p:sp>
        <p:nvSpPr>
          <p:cNvPr id="431" name="Rectangle"/>
          <p:cNvSpPr/>
          <p:nvPr/>
        </p:nvSpPr>
        <p:spPr>
          <a:xfrm>
            <a:off x="4813947" y="1075452"/>
            <a:ext cx="3048091" cy="998718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/>
          <a:lstStyle/>
          <a:p>
            <a:pPr>
              <a:defRPr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32" name="Patient Data…"/>
          <p:cNvSpPr txBox="1"/>
          <p:nvPr/>
        </p:nvSpPr>
        <p:spPr>
          <a:xfrm>
            <a:off x="5394282" y="1161887"/>
            <a:ext cx="2079794" cy="8258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Patient Data</a:t>
            </a:r>
          </a:p>
          <a:p>
            <a:pPr marL="180473" indent="-180473">
              <a:buSzPct val="60000"/>
              <a:buBlip>
                <a:blip r:embed="rId2"/>
              </a:buBlip>
            </a:pPr>
            <a:r>
              <a:t>ECG Images</a:t>
            </a:r>
          </a:p>
          <a:p>
            <a:pPr marL="180473" indent="-180473">
              <a:buSzPct val="60000"/>
              <a:buBlip>
                <a:blip r:embed="rId2"/>
              </a:buBlip>
            </a:pPr>
            <a:r>
              <a:t>Clinical+chemo Data</a:t>
            </a:r>
          </a:p>
        </p:txBody>
      </p:sp>
      <p:sp>
        <p:nvSpPr>
          <p:cNvPr id="433" name="Line"/>
          <p:cNvSpPr/>
          <p:nvPr/>
        </p:nvSpPr>
        <p:spPr>
          <a:xfrm flipV="1">
            <a:off x="6245665" y="2067949"/>
            <a:ext cx="1" cy="512975"/>
          </a:xfrm>
          <a:prstGeom prst="line">
            <a:avLst/>
          </a:prstGeom>
          <a:ln w="25400">
            <a:solidFill>
              <a:schemeClr val="accent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4" name="Line"/>
          <p:cNvSpPr/>
          <p:nvPr/>
        </p:nvSpPr>
        <p:spPr>
          <a:xfrm>
            <a:off x="3039128" y="2578855"/>
            <a:ext cx="6413076" cy="1"/>
          </a:xfrm>
          <a:prstGeom prst="line">
            <a:avLst/>
          </a:prstGeom>
          <a:ln w="25400">
            <a:solidFill>
              <a:schemeClr val="accent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5" name="Line"/>
          <p:cNvSpPr/>
          <p:nvPr/>
        </p:nvSpPr>
        <p:spPr>
          <a:xfrm>
            <a:off x="3054835" y="2590368"/>
            <a:ext cx="1" cy="512975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6" name="Line"/>
          <p:cNvSpPr/>
          <p:nvPr/>
        </p:nvSpPr>
        <p:spPr>
          <a:xfrm>
            <a:off x="9455923" y="2578855"/>
            <a:ext cx="1" cy="536001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7" name="Rectangle"/>
          <p:cNvSpPr/>
          <p:nvPr/>
        </p:nvSpPr>
        <p:spPr>
          <a:xfrm>
            <a:off x="2419835" y="3098980"/>
            <a:ext cx="2368611" cy="660040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38" name="Rectangle"/>
          <p:cNvSpPr/>
          <p:nvPr/>
        </p:nvSpPr>
        <p:spPr>
          <a:xfrm>
            <a:off x="7696316" y="3106829"/>
            <a:ext cx="2566715" cy="660041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39" name="Module 1: CNN…"/>
          <p:cNvSpPr txBox="1"/>
          <p:nvPr/>
        </p:nvSpPr>
        <p:spPr>
          <a:xfrm>
            <a:off x="2711811" y="3162126"/>
            <a:ext cx="1519140" cy="5337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t>Module 1: CNN</a:t>
            </a:r>
          </a:p>
          <a:p>
            <a:pPr algn="ctr"/>
            <a:r>
              <a:t>(Image Analysis)</a:t>
            </a:r>
          </a:p>
        </p:txBody>
      </p:sp>
      <p:sp>
        <p:nvSpPr>
          <p:cNvPr id="440" name="Module 2: Transformer…"/>
          <p:cNvSpPr txBox="1"/>
          <p:nvPr/>
        </p:nvSpPr>
        <p:spPr>
          <a:xfrm>
            <a:off x="7872189" y="3169976"/>
            <a:ext cx="2145892" cy="5337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Module 2: Transformer</a:t>
            </a:r>
          </a:p>
          <a:p>
            <a:pPr algn="ctr"/>
            <a:r>
              <a:t>(Clinical Analysis)</a:t>
            </a:r>
          </a:p>
        </p:txBody>
      </p:sp>
      <p:sp>
        <p:nvSpPr>
          <p:cNvPr id="441" name="Line"/>
          <p:cNvSpPr/>
          <p:nvPr/>
        </p:nvSpPr>
        <p:spPr>
          <a:xfrm>
            <a:off x="3355882" y="3758844"/>
            <a:ext cx="1" cy="311407"/>
          </a:xfrm>
          <a:prstGeom prst="line">
            <a:avLst/>
          </a:prstGeom>
          <a:ln w="25400">
            <a:solidFill>
              <a:schemeClr val="accent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2" name="Line"/>
          <p:cNvSpPr/>
          <p:nvPr/>
        </p:nvSpPr>
        <p:spPr>
          <a:xfrm flipV="1">
            <a:off x="8945135" y="3758844"/>
            <a:ext cx="1" cy="311407"/>
          </a:xfrm>
          <a:prstGeom prst="line">
            <a:avLst/>
          </a:prstGeom>
          <a:ln w="25400">
            <a:solidFill>
              <a:schemeClr val="accent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3" name="Line"/>
          <p:cNvSpPr/>
          <p:nvPr/>
        </p:nvSpPr>
        <p:spPr>
          <a:xfrm>
            <a:off x="3330329" y="4058589"/>
            <a:ext cx="5653803" cy="1"/>
          </a:xfrm>
          <a:prstGeom prst="line">
            <a:avLst/>
          </a:prstGeom>
          <a:ln w="25400">
            <a:solidFill>
              <a:schemeClr val="accent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4" name="Line"/>
          <p:cNvSpPr/>
          <p:nvPr/>
        </p:nvSpPr>
        <p:spPr>
          <a:xfrm>
            <a:off x="6245665" y="4043299"/>
            <a:ext cx="1" cy="311407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5" name="Rectangle"/>
          <p:cNvSpPr/>
          <p:nvPr/>
        </p:nvSpPr>
        <p:spPr>
          <a:xfrm>
            <a:off x="5083974" y="4391184"/>
            <a:ext cx="2323384" cy="468655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46" name="Fusion Layer"/>
          <p:cNvSpPr txBox="1"/>
          <p:nvPr/>
        </p:nvSpPr>
        <p:spPr>
          <a:xfrm>
            <a:off x="5555460" y="4472191"/>
            <a:ext cx="1167533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Fusion Layer</a:t>
            </a:r>
          </a:p>
        </p:txBody>
      </p:sp>
      <p:sp>
        <p:nvSpPr>
          <p:cNvPr id="447" name="Line"/>
          <p:cNvSpPr/>
          <p:nvPr/>
        </p:nvSpPr>
        <p:spPr>
          <a:xfrm>
            <a:off x="6245665" y="4887322"/>
            <a:ext cx="1" cy="311407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8" name="Rectangle"/>
          <p:cNvSpPr/>
          <p:nvPr/>
        </p:nvSpPr>
        <p:spPr>
          <a:xfrm>
            <a:off x="3865548" y="5195796"/>
            <a:ext cx="5400992" cy="398136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49" name="Final Risk Classification(Low/Medium/High)"/>
          <p:cNvSpPr txBox="1"/>
          <p:nvPr/>
        </p:nvSpPr>
        <p:spPr>
          <a:xfrm>
            <a:off x="4035777" y="5274040"/>
            <a:ext cx="5121487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/>
          </a:lstStyle>
          <a:p>
            <a:pPr/>
            <a:r>
              <a:t>Final Risk Classification(Low/Medium/High)                     </a:t>
            </a:r>
          </a:p>
        </p:txBody>
      </p:sp>
      <p:sp>
        <p:nvSpPr>
          <p:cNvPr id="450" name="Line"/>
          <p:cNvSpPr/>
          <p:nvPr/>
        </p:nvSpPr>
        <p:spPr>
          <a:xfrm>
            <a:off x="6245665" y="5606631"/>
            <a:ext cx="1" cy="311407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1" name="Rectangle"/>
          <p:cNvSpPr/>
          <p:nvPr/>
        </p:nvSpPr>
        <p:spPr>
          <a:xfrm>
            <a:off x="5217930" y="5926526"/>
            <a:ext cx="2055471" cy="510601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52" name="Action"/>
          <p:cNvSpPr txBox="1"/>
          <p:nvPr/>
        </p:nvSpPr>
        <p:spPr>
          <a:xfrm>
            <a:off x="6050508" y="6061002"/>
            <a:ext cx="611325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Action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Date Placeholder 3"/>
          <p:cNvSpPr txBox="1"/>
          <p:nvPr>
            <p:ph type="sldNum" sz="quarter" idx="4294967295"/>
          </p:nvPr>
        </p:nvSpPr>
        <p:spPr>
          <a:xfrm>
            <a:off x="11623040" y="6594346"/>
            <a:ext cx="568962" cy="311407"/>
          </a:xfrm>
          <a:prstGeom prst="rect">
            <a:avLst/>
          </a:prstGeom>
          <a:solidFill>
            <a:schemeClr val="accent4"/>
          </a:solidFill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/>
          <a:lstStyle>
            <a:lvl1pPr algn="ctr">
              <a:defRPr b="1" spc="-1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455" name="PlaceHolder 1"/>
          <p:cNvSpPr txBox="1"/>
          <p:nvPr>
            <p:ph type="body" idx="4294967295"/>
          </p:nvPr>
        </p:nvSpPr>
        <p:spPr>
          <a:xfrm>
            <a:off x="199439" y="1025278"/>
            <a:ext cx="11288522" cy="5134323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miter lim="800000"/>
          </a:ln>
        </p:spPr>
        <p:txBody>
          <a:bodyPr lIns="50800" tIns="50800" rIns="50800" bIns="50800"/>
          <a:lstStyle/>
          <a:p>
            <a:pPr marL="0" indent="0" algn="l" defTabSz="457200">
              <a:spcBef>
                <a:spcPts val="1200"/>
              </a:spcBef>
              <a:buClrTx/>
              <a:buSzTx/>
              <a:buNone/>
              <a:defRPr spc="0" sz="2300"/>
            </a:pPr>
            <a:r>
              <a:t>Patient details:</a:t>
            </a:r>
          </a:p>
          <a:p>
            <a:pPr marL="457200" indent="-317500" algn="l" defTabSz="457200">
              <a:spcBef>
                <a:spcPts val="1200"/>
              </a:spcBef>
              <a:buClrTx/>
              <a:buSzPct val="100000"/>
              <a:buFont typeface="Times Roman"/>
              <a:buChar char="•"/>
              <a:defRPr spc="0" sz="2300"/>
            </a:pPr>
            <a:r>
              <a:t>ECG → Slight abnormality detected</a:t>
            </a:r>
          </a:p>
          <a:p>
            <a:pPr marL="457200" indent="-317500" algn="l" defTabSz="457200">
              <a:spcBef>
                <a:spcPts val="1200"/>
              </a:spcBef>
              <a:buClrTx/>
              <a:buSzPct val="100000"/>
              <a:buFont typeface="Times Roman"/>
              <a:buChar char="•"/>
              <a:defRPr spc="0" sz="2300"/>
            </a:pPr>
            <a:r>
              <a:t>Drug → Doxorubicin</a:t>
            </a:r>
          </a:p>
          <a:p>
            <a:pPr marL="457200" indent="-317500" algn="l" defTabSz="457200">
              <a:spcBef>
                <a:spcPts val="1200"/>
              </a:spcBef>
              <a:buClrTx/>
              <a:buSzPct val="100000"/>
              <a:buFont typeface="Times Roman"/>
              <a:buChar char="•"/>
              <a:defRPr spc="0" sz="2300"/>
            </a:pPr>
            <a:r>
              <a:t>Age → 65</a:t>
            </a:r>
          </a:p>
          <a:p>
            <a:pPr marL="457200" indent="-317500" algn="l" defTabSz="457200">
              <a:spcBef>
                <a:spcPts val="1200"/>
              </a:spcBef>
              <a:buClrTx/>
              <a:buSzPct val="100000"/>
              <a:buFont typeface="Times Roman"/>
              <a:buChar char="•"/>
              <a:defRPr spc="0" sz="2300"/>
            </a:pPr>
            <a:r>
              <a:t>Diabetes → Yes</a:t>
            </a:r>
          </a:p>
          <a:p>
            <a:pPr marL="0" indent="0" algn="l" defTabSz="457200">
              <a:spcBef>
                <a:spcPts val="1200"/>
              </a:spcBef>
              <a:buClrTx/>
              <a:buSzTx/>
              <a:buNone/>
              <a:defRPr spc="0" sz="2300"/>
            </a:pPr>
            <a:r>
              <a:t>Model will show:</a:t>
            </a:r>
          </a:p>
          <a:p>
            <a:pPr marL="0" indent="0" algn="l" defTabSz="457200">
              <a:spcBef>
                <a:spcPts val="1200"/>
              </a:spcBef>
              <a:buClrTx/>
              <a:buSzTx/>
              <a:buNone/>
              <a:defRPr spc="0" sz="2300"/>
            </a:pPr>
            <a:r>
              <a:t>Output: High-Risk (78%)</a:t>
            </a:r>
            <a:br/>
            <a:r>
              <a:t>Reason: Age + Diabetes + Doxorubicin weakens heart</a:t>
            </a:r>
            <a:br/>
            <a:r>
              <a:t>Recommendation: Modify treatment or add cardiac protection</a:t>
            </a:r>
          </a:p>
          <a:p>
            <a:pPr marL="230605" indent="-230605" algn="l" defTabSz="457200">
              <a:spcBef>
                <a:spcPts val="1200"/>
              </a:spcBef>
              <a:buClrTx/>
              <a:buSzPct val="60000"/>
              <a:buBlip>
                <a:blip r:embed="rId2"/>
              </a:buBlip>
              <a:defRPr spc="0" sz="2300"/>
            </a:pPr>
            <a:r>
              <a:t>Doctor gets warning earlier</a:t>
            </a:r>
          </a:p>
          <a:p>
            <a:pPr marL="230605" indent="-230605" algn="l" defTabSz="457200">
              <a:spcBef>
                <a:spcPts val="1200"/>
              </a:spcBef>
              <a:buClrTx/>
              <a:buSzPct val="60000"/>
              <a:buBlip>
                <a:blip r:embed="rId2"/>
              </a:buBlip>
              <a:defRPr spc="0" sz="2300"/>
            </a:pPr>
            <a:r>
              <a:t>Heart failure is prevented</a:t>
            </a:r>
          </a:p>
        </p:txBody>
      </p:sp>
      <p:sp>
        <p:nvSpPr>
          <p:cNvPr id="456" name="PlaceHolder 2"/>
          <p:cNvSpPr txBox="1"/>
          <p:nvPr>
            <p:ph type="title" idx="4294967295"/>
          </p:nvPr>
        </p:nvSpPr>
        <p:spPr>
          <a:xfrm>
            <a:off x="-2" y="232918"/>
            <a:ext cx="12191764" cy="714602"/>
          </a:xfrm>
          <a:prstGeom prst="rect">
            <a:avLst/>
          </a:prstGeom>
          <a:solidFill>
            <a:srgbClr val="FF6600"/>
          </a:solidFill>
          <a:effectLst>
            <a:outerShdw sx="100000" sy="100000" kx="0" ky="0" algn="b" rotWithShape="0" blurRad="38100" dist="28080" dir="5400000">
              <a:srgbClr val="000000">
                <a:alpha val="32000"/>
              </a:srgbClr>
            </a:outerShdw>
          </a:effectLst>
        </p:spPr>
        <p:txBody>
          <a:bodyPr lIns="44999" tIns="44999" rIns="44999" bIns="44999" anchor="t">
            <a:normAutofit fontScale="100000" lnSpcReduction="0"/>
          </a:bodyPr>
          <a:lstStyle>
            <a:lvl1pPr>
              <a:lnSpc>
                <a:spcPct val="90000"/>
              </a:lnSpc>
              <a:defRPr spc="-100" sz="4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Explanation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Date Placeholder 3"/>
          <p:cNvSpPr txBox="1"/>
          <p:nvPr>
            <p:ph type="sldNum" sz="quarter" idx="4294967295"/>
          </p:nvPr>
        </p:nvSpPr>
        <p:spPr>
          <a:xfrm>
            <a:off x="11623040" y="6594346"/>
            <a:ext cx="568962" cy="311407"/>
          </a:xfrm>
          <a:prstGeom prst="rect">
            <a:avLst/>
          </a:prstGeom>
          <a:solidFill>
            <a:schemeClr val="accent4"/>
          </a:solidFill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/>
          <a:lstStyle>
            <a:lvl1pPr algn="ctr">
              <a:defRPr b="1" spc="-1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459" name="PlaceHolder 1"/>
          <p:cNvSpPr txBox="1"/>
          <p:nvPr>
            <p:ph type="title" idx="4294967295"/>
          </p:nvPr>
        </p:nvSpPr>
        <p:spPr>
          <a:xfrm>
            <a:off x="-2" y="232918"/>
            <a:ext cx="12191764" cy="714602"/>
          </a:xfrm>
          <a:prstGeom prst="rect">
            <a:avLst/>
          </a:prstGeom>
          <a:solidFill>
            <a:srgbClr val="FF6600"/>
          </a:solidFill>
          <a:effectLst>
            <a:outerShdw sx="100000" sy="100000" kx="0" ky="0" algn="b" rotWithShape="0" blurRad="38100" dist="28080" dir="5400000">
              <a:srgbClr val="000000">
                <a:alpha val="32000"/>
              </a:srgbClr>
            </a:outerShdw>
          </a:effectLst>
        </p:spPr>
        <p:txBody>
          <a:bodyPr lIns="44999" tIns="44999" rIns="44999" bIns="44999" anchor="t">
            <a:normAutofit fontScale="100000" lnSpcReduction="0"/>
          </a:bodyPr>
          <a:lstStyle>
            <a:lvl1pPr>
              <a:lnSpc>
                <a:spcPct val="90000"/>
              </a:lnSpc>
              <a:defRPr spc="-100" sz="4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 References</a:t>
            </a:r>
          </a:p>
        </p:txBody>
      </p:sp>
      <p:sp>
        <p:nvSpPr>
          <p:cNvPr id="460" name="PlaceHolder 2"/>
          <p:cNvSpPr txBox="1"/>
          <p:nvPr>
            <p:ph type="body" idx="4294967295"/>
          </p:nvPr>
        </p:nvSpPr>
        <p:spPr>
          <a:xfrm>
            <a:off x="199440" y="1097278"/>
            <a:ext cx="11778840" cy="5394604"/>
          </a:xfrm>
          <a:prstGeom prst="rect">
            <a:avLst/>
          </a:prstGeom>
        </p:spPr>
        <p:txBody>
          <a:bodyPr lIns="45718" tIns="45718" rIns="45718" bIns="45718"/>
          <a:lstStyle/>
          <a:p>
            <a:pPr marL="120315" indent="-120315" algn="l" defTabSz="457200">
              <a:spcBef>
                <a:spcPts val="1200"/>
              </a:spcBef>
              <a:buClrTx/>
              <a:buSzPct val="100000"/>
              <a:buChar char="•"/>
              <a:defRPr i="1" spc="0" sz="2300"/>
            </a:pPr>
            <a:r>
              <a:t> </a:t>
            </a:r>
            <a:r>
              <a:rPr i="0"/>
              <a:t>Ahmed B., Abdelaziz D., Abdelmajid B. (2024) – </a:t>
            </a:r>
            <a:r>
              <a:t>Advancements in Cardiotoxicity Detection through AI.</a:t>
            </a:r>
            <a:r>
              <a:rPr i="0"/>
              <a:t> IEEE IRASET.</a:t>
            </a:r>
            <a:endParaRPr i="0"/>
          </a:p>
          <a:p>
            <a:pPr marL="120315" indent="-120315" algn="l" defTabSz="457200">
              <a:spcBef>
                <a:spcPts val="1200"/>
              </a:spcBef>
              <a:buClrTx/>
              <a:buSzPct val="100000"/>
              <a:buChar char="•"/>
              <a:defRPr spc="0" sz="2300"/>
            </a:pPr>
            <a:r>
              <a:t> </a:t>
            </a:r>
            <a:r>
              <a:t>Guo Y., Liu Y., Georgiou T., Lew M.S. (2019) – </a:t>
            </a:r>
            <a:r>
              <a:rPr i="1"/>
              <a:t>Deep learning for multimodal data fusion.</a:t>
            </a:r>
            <a:r>
              <a:t> Neural Computing and Applications, 31, 3905-3919.</a:t>
            </a:r>
          </a:p>
          <a:p>
            <a:pPr marL="120315" indent="-120315" algn="l" defTabSz="457200">
              <a:spcBef>
                <a:spcPts val="1200"/>
              </a:spcBef>
              <a:buClrTx/>
              <a:buSzPct val="100000"/>
              <a:buChar char="•"/>
              <a:defRPr spc="0" sz="2300"/>
            </a:pPr>
            <a:r>
              <a:t> Vaswani A., Shazeer N., Parmar N., et al. (2017) – </a:t>
            </a:r>
            <a:r>
              <a:rPr i="1"/>
              <a:t>Attention Is All You Need.</a:t>
            </a:r>
          </a:p>
          <a:p>
            <a:pPr marL="120315" indent="-120315" algn="l" defTabSz="457200">
              <a:spcBef>
                <a:spcPts val="1200"/>
              </a:spcBef>
              <a:buClrTx/>
              <a:buSzPct val="100000"/>
              <a:buChar char="•"/>
              <a:defRPr i="1" spc="0" sz="2300"/>
            </a:pPr>
            <a:r>
              <a:t> </a:t>
            </a:r>
            <a:r>
              <a:rPr i="0"/>
              <a:t>Park T., Gupta A., Boulnois N. (2023) – </a:t>
            </a:r>
            <a:r>
              <a:t>Cardiotoxicity detection using multimodal data fusion.</a:t>
            </a:r>
            <a:r>
              <a:rPr i="0"/>
              <a:t> Computers in Biology and Medicine.</a:t>
            </a:r>
            <a:endParaRPr i="0"/>
          </a:p>
          <a:p>
            <a:pPr marL="120315" indent="-120315" algn="l" defTabSz="457200">
              <a:spcBef>
                <a:spcPts val="1200"/>
              </a:spcBef>
              <a:buClrTx/>
              <a:buSzPct val="100000"/>
              <a:buChar char="•"/>
              <a:defRPr i="1" spc="0" sz="2300"/>
            </a:pPr>
            <a:r>
              <a:rPr i="0"/>
              <a:t> Zhou H., Yu Y., Wang C., et al. (2023) – </a:t>
            </a:r>
            <a:r>
              <a:t>Transformer-based multimodal model for clinical diagnostics.</a:t>
            </a:r>
            <a:r>
              <a:rPr i="0"/>
              <a:t> arXiv.</a:t>
            </a:r>
            <a:endParaRPr i="0"/>
          </a:p>
          <a:p>
            <a:pPr marL="120315" indent="-120315" algn="l" defTabSz="457200">
              <a:spcBef>
                <a:spcPts val="1200"/>
              </a:spcBef>
              <a:buClrTx/>
              <a:buSzPct val="100000"/>
              <a:buChar char="•"/>
              <a:defRPr i="1" spc="0" sz="2300"/>
            </a:pPr>
            <a:r>
              <a:rPr i="0"/>
              <a:t> Milosevic M., Jin Q., Singh A., Amal S. (2023) – </a:t>
            </a:r>
            <a:r>
              <a:t>AI in multimodal imaging for cardiovascular disease.</a:t>
            </a:r>
            <a:r>
              <a:rPr i="0"/>
              <a:t> Frontiers in Radiology, 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Date Placeholder 3"/>
          <p:cNvSpPr txBox="1"/>
          <p:nvPr>
            <p:ph type="sldNum" sz="quarter" idx="4294967295"/>
          </p:nvPr>
        </p:nvSpPr>
        <p:spPr>
          <a:xfrm>
            <a:off x="11623040" y="6594346"/>
            <a:ext cx="568962" cy="311407"/>
          </a:xfrm>
          <a:prstGeom prst="rect">
            <a:avLst/>
          </a:prstGeom>
          <a:solidFill>
            <a:schemeClr val="accent4"/>
          </a:solidFill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/>
          <a:lstStyle>
            <a:lvl1pPr algn="ctr">
              <a:defRPr b="1" spc="-1" sz="16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463" name="PlaceHolder 1"/>
          <p:cNvSpPr txBox="1"/>
          <p:nvPr>
            <p:ph type="title" idx="4294967295"/>
          </p:nvPr>
        </p:nvSpPr>
        <p:spPr>
          <a:xfrm>
            <a:off x="-2" y="232918"/>
            <a:ext cx="12191764" cy="714602"/>
          </a:xfrm>
          <a:prstGeom prst="rect">
            <a:avLst/>
          </a:prstGeom>
          <a:solidFill>
            <a:srgbClr val="FF6600"/>
          </a:solidFill>
          <a:effectLst>
            <a:outerShdw sx="100000" sy="100000" kx="0" ky="0" algn="b" rotWithShape="0" blurRad="38100" dist="28080" dir="5400000">
              <a:srgbClr val="000000">
                <a:alpha val="32000"/>
              </a:srgbClr>
            </a:outerShdw>
          </a:effectLst>
        </p:spPr>
        <p:txBody>
          <a:bodyPr lIns="44999" tIns="44999" rIns="44999" bIns="44999" anchor="t">
            <a:normAutofit fontScale="100000" lnSpcReduction="0"/>
          </a:bodyPr>
          <a:lstStyle/>
          <a:p>
            <a:pPr defTabSz="475487">
              <a:lnSpc>
                <a:spcPct val="90000"/>
              </a:lnSpc>
              <a:defRPr spc="-52" sz="2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sp>
        <p:nvSpPr>
          <p:cNvPr id="464" name="Text Box 2"/>
          <p:cNvSpPr txBox="1"/>
          <p:nvPr/>
        </p:nvSpPr>
        <p:spPr>
          <a:xfrm>
            <a:off x="883919" y="6248400"/>
            <a:ext cx="3972562" cy="350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                                                      </a:t>
            </a:r>
          </a:p>
        </p:txBody>
      </p:sp>
      <p:pic>
        <p:nvPicPr>
          <p:cNvPr id="465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25435" y="1279818"/>
            <a:ext cx="9350279" cy="4298319"/>
          </a:xfrm>
          <a:prstGeom prst="rect">
            <a:avLst/>
          </a:prstGeom>
          <a:ln w="12700">
            <a:miter lim="400000"/>
          </a:ln>
        </p:spPr>
      </p:pic>
      <p:sp>
        <p:nvSpPr>
          <p:cNvPr id="466" name="Github Link: https://github.com/VarshaSapare/CSE-2022-26-Batch-BO7.git"/>
          <p:cNvSpPr txBox="1"/>
          <p:nvPr/>
        </p:nvSpPr>
        <p:spPr>
          <a:xfrm>
            <a:off x="1432365" y="5559988"/>
            <a:ext cx="9350376" cy="259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r>
              <a:t>Github Link: 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</a:rPr>
              <a:t>https://github.com/VarshaSapare/CSE-2022-26-Batch-BO7.git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